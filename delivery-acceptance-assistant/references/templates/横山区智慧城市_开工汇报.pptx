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71" r:id="rId3"/>
    <p:sldId id="355" r:id="rId4"/>
    <p:sldId id="379" r:id="rId5"/>
    <p:sldId id="356" r:id="rId6"/>
    <p:sldId id="368" r:id="rId7"/>
    <p:sldId id="381" r:id="rId8"/>
    <p:sldId id="369" r:id="rId9"/>
    <p:sldId id="380" r:id="rId10"/>
    <p:sldId id="259" r:id="rId11"/>
  </p:sldIdLst>
  <p:sldSz cx="9144000" cy="5143500" type="screen16x9"/>
  <p:notesSz cx="6805295" cy="993902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0" userDrawn="1">
          <p15:clr>
            <a:srgbClr val="A4A3A4"/>
          </p15:clr>
        </p15:guide>
        <p15:guide id="2" pos="175" userDrawn="1">
          <p15:clr>
            <a:srgbClr val="A4A3A4"/>
          </p15:clr>
        </p15:guide>
        <p15:guide id="3" pos="55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98"/>
    <a:srgbClr val="0000FF"/>
    <a:srgbClr val="FF0000"/>
    <a:srgbClr val="F8F8F8"/>
    <a:srgbClr val="3333FF"/>
    <a:srgbClr val="FF9933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185" autoAdjust="0"/>
  </p:normalViewPr>
  <p:slideViewPr>
    <p:cSldViewPr snapToGrid="0" showGuides="1">
      <p:cViewPr varScale="1">
        <p:scale>
          <a:sx n="106" d="100"/>
          <a:sy n="106" d="100"/>
        </p:scale>
        <p:origin x="595" y="82"/>
      </p:cViewPr>
      <p:guideLst>
        <p:guide orient="horz" pos="450"/>
        <p:guide pos="175"/>
        <p:guide pos="559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57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42402-08B5-471A-877C-240A1F9ABF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174C8-CA9B-4B79-99C0-6C03F16006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1AAD6-275D-4591-A0B4-BD4F3D072B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F7F40-6376-49E1-8203-7C7BCC6C83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70"/>
          <p:cNvSpPr txBox="1">
            <a:spLocks noChangeArrowheads="1"/>
          </p:cNvSpPr>
          <p:nvPr userDrawn="1"/>
        </p:nvSpPr>
        <p:spPr bwMode="auto">
          <a:xfrm>
            <a:off x="8466769" y="4791535"/>
            <a:ext cx="804680" cy="121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342900" marR="0" lvl="0" indent="-342900" algn="l" defTabSz="914400" rtl="0" eaLnBrk="0" fontAlgn="auto" latinLnBrk="0" hangingPunct="0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altLang="zh-CN" sz="825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Page</a:t>
            </a:r>
            <a:r>
              <a:rPr kumimoji="0" lang="de-DE" altLang="zh-CN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fld id="{9AF3E006-0DD7-4117-98AF-6176FF0CCA23}" type="slidenum">
              <a:rPr kumimoji="0" lang="de-DE" altLang="zh-CN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</a:fld>
            <a:endParaRPr kumimoji="0" lang="en-GB" altLang="zh-CN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 userDrawn="1"/>
        </p:nvCxnSpPr>
        <p:spPr bwMode="auto">
          <a:xfrm>
            <a:off x="0" y="4845492"/>
            <a:ext cx="8359200" cy="1588"/>
          </a:xfrm>
          <a:prstGeom prst="line">
            <a:avLst/>
          </a:prstGeom>
          <a:noFill/>
          <a:ln w="12700" cap="flat" cmpd="sng" algn="ctr">
            <a:solidFill>
              <a:srgbClr val="003C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/>
          <p:cNvCxnSpPr/>
          <p:nvPr userDrawn="1"/>
        </p:nvCxnSpPr>
        <p:spPr bwMode="auto">
          <a:xfrm flipV="1">
            <a:off x="0" y="4979762"/>
            <a:ext cx="7683420" cy="1396"/>
          </a:xfrm>
          <a:prstGeom prst="line">
            <a:avLst/>
          </a:prstGeom>
          <a:noFill/>
          <a:ln w="9525" cap="flat" cmpd="sng" algn="ctr">
            <a:solidFill>
              <a:srgbClr val="20AEE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524219" y="303256"/>
            <a:ext cx="5421163" cy="781050"/>
          </a:xfrm>
          <a:prstGeom prst="rect">
            <a:avLst/>
          </a:prstGeom>
        </p:spPr>
        <p:txBody>
          <a:bodyPr/>
          <a:lstStyle>
            <a:lvl1pPr>
              <a:buNone/>
              <a:defRPr sz="2700" b="1">
                <a:solidFill>
                  <a:srgbClr val="003C96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300ppi\资源 4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300ppi\资源 4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300ppi\资源 4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300ppi\资源 4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 6"/>
          <p:cNvSpPr>
            <a:spLocks noEditPoints="1"/>
          </p:cNvSpPr>
          <p:nvPr userDrawn="1"/>
        </p:nvSpPr>
        <p:spPr bwMode="auto">
          <a:xfrm>
            <a:off x="1072378" y="1368861"/>
            <a:ext cx="401238" cy="396444"/>
          </a:xfrm>
          <a:custGeom>
            <a:avLst/>
            <a:gdLst/>
            <a:ahLst/>
            <a:cxnLst>
              <a:cxn ang="0">
                <a:pos x="720" y="13"/>
              </a:cxn>
              <a:cxn ang="0">
                <a:pos x="132" y="1188"/>
              </a:cxn>
              <a:cxn ang="0">
                <a:pos x="1177" y="1395"/>
              </a:cxn>
              <a:cxn ang="0">
                <a:pos x="925" y="1329"/>
              </a:cxn>
              <a:cxn ang="0">
                <a:pos x="904" y="1336"/>
              </a:cxn>
              <a:cxn ang="0">
                <a:pos x="284" y="1370"/>
              </a:cxn>
              <a:cxn ang="0">
                <a:pos x="629" y="95"/>
              </a:cxn>
              <a:cxn ang="0">
                <a:pos x="944" y="77"/>
              </a:cxn>
              <a:cxn ang="0">
                <a:pos x="1208" y="277"/>
              </a:cxn>
              <a:cxn ang="0">
                <a:pos x="1453" y="749"/>
              </a:cxn>
              <a:cxn ang="0">
                <a:pos x="1231" y="1187"/>
              </a:cxn>
              <a:cxn ang="0">
                <a:pos x="298" y="994"/>
              </a:cxn>
              <a:cxn ang="0">
                <a:pos x="91" y="770"/>
              </a:cxn>
              <a:cxn ang="0">
                <a:pos x="1288" y="356"/>
              </a:cxn>
              <a:cxn ang="0">
                <a:pos x="1285" y="429"/>
              </a:cxn>
              <a:cxn ang="0">
                <a:pos x="907" y="1326"/>
              </a:cxn>
              <a:cxn ang="0">
                <a:pos x="346" y="488"/>
              </a:cxn>
              <a:cxn ang="0">
                <a:pos x="1263" y="500"/>
              </a:cxn>
              <a:cxn ang="0">
                <a:pos x="1184" y="758"/>
              </a:cxn>
              <a:cxn ang="0">
                <a:pos x="1004" y="565"/>
              </a:cxn>
              <a:cxn ang="0">
                <a:pos x="393" y="769"/>
              </a:cxn>
              <a:cxn ang="0">
                <a:pos x="359" y="514"/>
              </a:cxn>
              <a:cxn ang="0">
                <a:pos x="720" y="781"/>
              </a:cxn>
              <a:cxn ang="0">
                <a:pos x="1004" y="977"/>
              </a:cxn>
              <a:cxn ang="0">
                <a:pos x="1314" y="771"/>
              </a:cxn>
              <a:cxn ang="0">
                <a:pos x="1013" y="554"/>
              </a:cxn>
              <a:cxn ang="0">
                <a:pos x="879" y="314"/>
              </a:cxn>
              <a:cxn ang="0">
                <a:pos x="680" y="395"/>
              </a:cxn>
              <a:cxn ang="0">
                <a:pos x="373" y="495"/>
              </a:cxn>
              <a:cxn ang="0">
                <a:pos x="301" y="547"/>
              </a:cxn>
              <a:cxn ang="0">
                <a:pos x="553" y="1104"/>
              </a:cxn>
              <a:cxn ang="0">
                <a:pos x="861" y="1204"/>
              </a:cxn>
              <a:cxn ang="0">
                <a:pos x="1005" y="979"/>
              </a:cxn>
              <a:cxn ang="0">
                <a:pos x="1263" y="1040"/>
              </a:cxn>
              <a:cxn ang="0">
                <a:pos x="1265" y="506"/>
              </a:cxn>
              <a:cxn ang="0">
                <a:pos x="924" y="213"/>
              </a:cxn>
              <a:cxn ang="0">
                <a:pos x="488" y="169"/>
              </a:cxn>
              <a:cxn ang="0">
                <a:pos x="146" y="671"/>
              </a:cxn>
              <a:cxn ang="0">
                <a:pos x="105" y="781"/>
              </a:cxn>
              <a:cxn ang="0">
                <a:pos x="615" y="1127"/>
              </a:cxn>
              <a:cxn ang="0">
                <a:pos x="617" y="1128"/>
              </a:cxn>
              <a:cxn ang="0">
                <a:pos x="1233" y="1147"/>
              </a:cxn>
              <a:cxn ang="0">
                <a:pos x="1285" y="1111"/>
              </a:cxn>
              <a:cxn ang="0">
                <a:pos x="948" y="85"/>
              </a:cxn>
              <a:cxn ang="0">
                <a:pos x="415" y="165"/>
              </a:cxn>
              <a:cxn ang="0">
                <a:pos x="154" y="338"/>
              </a:cxn>
              <a:cxn ang="0">
                <a:pos x="25" y="536"/>
              </a:cxn>
              <a:cxn ang="0">
                <a:pos x="28" y="785"/>
              </a:cxn>
              <a:cxn ang="0">
                <a:pos x="59" y="885"/>
              </a:cxn>
              <a:cxn ang="0">
                <a:pos x="273" y="1283"/>
              </a:cxn>
              <a:cxn ang="0">
                <a:pos x="952" y="1452"/>
              </a:cxn>
              <a:cxn ang="0">
                <a:pos x="1288" y="1187"/>
              </a:cxn>
              <a:cxn ang="0">
                <a:pos x="1450" y="806"/>
              </a:cxn>
              <a:cxn ang="0">
                <a:pos x="1453" y="799"/>
              </a:cxn>
              <a:cxn ang="0">
                <a:pos x="1211" y="280"/>
              </a:cxn>
              <a:cxn ang="0">
                <a:pos x="786" y="29"/>
              </a:cxn>
              <a:cxn ang="0">
                <a:pos x="500" y="100"/>
              </a:cxn>
              <a:cxn ang="0">
                <a:pos x="44" y="491"/>
              </a:cxn>
              <a:cxn ang="0">
                <a:pos x="152" y="1208"/>
              </a:cxn>
              <a:cxn ang="0">
                <a:pos x="516" y="1455"/>
              </a:cxn>
              <a:cxn ang="0">
                <a:pos x="969" y="1457"/>
              </a:cxn>
              <a:cxn ang="0">
                <a:pos x="1310" y="1197"/>
              </a:cxn>
            </a:cxnLst>
            <a:rect l="0" t="0" r="r" b="b"/>
            <a:pathLst>
              <a:path w="1477" h="1540">
                <a:moveTo>
                  <a:pt x="1477" y="770"/>
                </a:moveTo>
                <a:cubicBezTo>
                  <a:pt x="1477" y="762"/>
                  <a:pt x="1471" y="756"/>
                  <a:pt x="1463" y="755"/>
                </a:cubicBezTo>
                <a:cubicBezTo>
                  <a:pt x="1454" y="549"/>
                  <a:pt x="1454" y="549"/>
                  <a:pt x="1454" y="549"/>
                </a:cubicBezTo>
                <a:cubicBezTo>
                  <a:pt x="1460" y="548"/>
                  <a:pt x="1464" y="543"/>
                  <a:pt x="1464" y="536"/>
                </a:cubicBezTo>
                <a:cubicBezTo>
                  <a:pt x="1464" y="529"/>
                  <a:pt x="1459" y="523"/>
                  <a:pt x="1452" y="523"/>
                </a:cubicBezTo>
                <a:cubicBezTo>
                  <a:pt x="1449" y="523"/>
                  <a:pt x="1447" y="524"/>
                  <a:pt x="1445" y="525"/>
                </a:cubicBezTo>
                <a:cubicBezTo>
                  <a:pt x="1185" y="167"/>
                  <a:pt x="1185" y="167"/>
                  <a:pt x="1185" y="167"/>
                </a:cubicBezTo>
                <a:cubicBezTo>
                  <a:pt x="1188" y="165"/>
                  <a:pt x="1189" y="161"/>
                  <a:pt x="1189" y="158"/>
                </a:cubicBezTo>
                <a:cubicBezTo>
                  <a:pt x="1189" y="150"/>
                  <a:pt x="1184" y="145"/>
                  <a:pt x="1177" y="145"/>
                </a:cubicBezTo>
                <a:cubicBezTo>
                  <a:pt x="1172" y="145"/>
                  <a:pt x="1168" y="148"/>
                  <a:pt x="1166" y="152"/>
                </a:cubicBezTo>
                <a:cubicBezTo>
                  <a:pt x="971" y="79"/>
                  <a:pt x="971" y="79"/>
                  <a:pt x="971" y="79"/>
                </a:cubicBezTo>
                <a:cubicBezTo>
                  <a:pt x="971" y="77"/>
                  <a:pt x="971" y="76"/>
                  <a:pt x="971" y="75"/>
                </a:cubicBezTo>
                <a:cubicBezTo>
                  <a:pt x="971" y="67"/>
                  <a:pt x="965" y="60"/>
                  <a:pt x="958" y="60"/>
                </a:cubicBezTo>
                <a:cubicBezTo>
                  <a:pt x="952" y="60"/>
                  <a:pt x="947" y="64"/>
                  <a:pt x="945" y="70"/>
                </a:cubicBezTo>
                <a:cubicBezTo>
                  <a:pt x="744" y="15"/>
                  <a:pt x="744" y="15"/>
                  <a:pt x="744" y="15"/>
                </a:cubicBezTo>
                <a:cubicBezTo>
                  <a:pt x="744" y="15"/>
                  <a:pt x="744" y="14"/>
                  <a:pt x="744" y="13"/>
                </a:cubicBezTo>
                <a:cubicBezTo>
                  <a:pt x="744" y="6"/>
                  <a:pt x="739" y="0"/>
                  <a:pt x="732" y="0"/>
                </a:cubicBezTo>
                <a:cubicBezTo>
                  <a:pt x="725" y="0"/>
                  <a:pt x="720" y="6"/>
                  <a:pt x="720" y="13"/>
                </a:cubicBezTo>
                <a:cubicBezTo>
                  <a:pt x="720" y="14"/>
                  <a:pt x="720" y="15"/>
                  <a:pt x="720" y="16"/>
                </a:cubicBezTo>
                <a:cubicBezTo>
                  <a:pt x="298" y="153"/>
                  <a:pt x="298" y="153"/>
                  <a:pt x="298" y="153"/>
                </a:cubicBezTo>
                <a:cubicBezTo>
                  <a:pt x="297" y="148"/>
                  <a:pt x="292" y="145"/>
                  <a:pt x="287" y="145"/>
                </a:cubicBezTo>
                <a:cubicBezTo>
                  <a:pt x="280" y="145"/>
                  <a:pt x="275" y="150"/>
                  <a:pt x="275" y="158"/>
                </a:cubicBezTo>
                <a:cubicBezTo>
                  <a:pt x="275" y="161"/>
                  <a:pt x="276" y="165"/>
                  <a:pt x="278" y="167"/>
                </a:cubicBezTo>
                <a:cubicBezTo>
                  <a:pt x="149" y="329"/>
                  <a:pt x="149" y="329"/>
                  <a:pt x="149" y="329"/>
                </a:cubicBezTo>
                <a:cubicBezTo>
                  <a:pt x="147" y="327"/>
                  <a:pt x="144" y="326"/>
                  <a:pt x="141" y="326"/>
                </a:cubicBezTo>
                <a:cubicBezTo>
                  <a:pt x="133" y="326"/>
                  <a:pt x="127" y="332"/>
                  <a:pt x="127" y="341"/>
                </a:cubicBezTo>
                <a:cubicBezTo>
                  <a:pt x="127" y="345"/>
                  <a:pt x="129" y="349"/>
                  <a:pt x="132" y="352"/>
                </a:cubicBezTo>
                <a:cubicBezTo>
                  <a:pt x="18" y="525"/>
                  <a:pt x="18" y="525"/>
                  <a:pt x="18" y="525"/>
                </a:cubicBezTo>
                <a:cubicBezTo>
                  <a:pt x="16" y="524"/>
                  <a:pt x="14" y="523"/>
                  <a:pt x="12" y="523"/>
                </a:cubicBezTo>
                <a:cubicBezTo>
                  <a:pt x="5" y="523"/>
                  <a:pt x="0" y="529"/>
                  <a:pt x="0" y="536"/>
                </a:cubicBezTo>
                <a:cubicBezTo>
                  <a:pt x="0" y="543"/>
                  <a:pt x="5" y="548"/>
                  <a:pt x="11" y="549"/>
                </a:cubicBezTo>
                <a:cubicBezTo>
                  <a:pt x="11" y="991"/>
                  <a:pt x="11" y="991"/>
                  <a:pt x="11" y="991"/>
                </a:cubicBezTo>
                <a:cubicBezTo>
                  <a:pt x="5" y="992"/>
                  <a:pt x="0" y="997"/>
                  <a:pt x="0" y="1004"/>
                </a:cubicBezTo>
                <a:cubicBezTo>
                  <a:pt x="0" y="1011"/>
                  <a:pt x="5" y="1017"/>
                  <a:pt x="12" y="1017"/>
                </a:cubicBezTo>
                <a:cubicBezTo>
                  <a:pt x="14" y="1017"/>
                  <a:pt x="16" y="1016"/>
                  <a:pt x="18" y="1015"/>
                </a:cubicBezTo>
                <a:cubicBezTo>
                  <a:pt x="132" y="1188"/>
                  <a:pt x="132" y="1188"/>
                  <a:pt x="132" y="1188"/>
                </a:cubicBezTo>
                <a:cubicBezTo>
                  <a:pt x="129" y="1191"/>
                  <a:pt x="127" y="1195"/>
                  <a:pt x="127" y="1199"/>
                </a:cubicBezTo>
                <a:cubicBezTo>
                  <a:pt x="127" y="1208"/>
                  <a:pt x="133" y="1214"/>
                  <a:pt x="141" y="1214"/>
                </a:cubicBezTo>
                <a:cubicBezTo>
                  <a:pt x="144" y="1214"/>
                  <a:pt x="147" y="1213"/>
                  <a:pt x="149" y="1211"/>
                </a:cubicBezTo>
                <a:cubicBezTo>
                  <a:pt x="278" y="1373"/>
                  <a:pt x="278" y="1373"/>
                  <a:pt x="278" y="1373"/>
                </a:cubicBezTo>
                <a:cubicBezTo>
                  <a:pt x="276" y="1375"/>
                  <a:pt x="275" y="1379"/>
                  <a:pt x="275" y="1382"/>
                </a:cubicBezTo>
                <a:cubicBezTo>
                  <a:pt x="275" y="1390"/>
                  <a:pt x="280" y="1395"/>
                  <a:pt x="287" y="1395"/>
                </a:cubicBezTo>
                <a:cubicBezTo>
                  <a:pt x="292" y="1395"/>
                  <a:pt x="297" y="1392"/>
                  <a:pt x="298" y="1387"/>
                </a:cubicBezTo>
                <a:cubicBezTo>
                  <a:pt x="720" y="1524"/>
                  <a:pt x="720" y="1524"/>
                  <a:pt x="720" y="1524"/>
                </a:cubicBezTo>
                <a:cubicBezTo>
                  <a:pt x="720" y="1525"/>
                  <a:pt x="720" y="1526"/>
                  <a:pt x="720" y="1527"/>
                </a:cubicBezTo>
                <a:cubicBezTo>
                  <a:pt x="720" y="1534"/>
                  <a:pt x="725" y="1540"/>
                  <a:pt x="732" y="1540"/>
                </a:cubicBezTo>
                <a:cubicBezTo>
                  <a:pt x="739" y="1540"/>
                  <a:pt x="744" y="1534"/>
                  <a:pt x="744" y="1527"/>
                </a:cubicBezTo>
                <a:cubicBezTo>
                  <a:pt x="744" y="1526"/>
                  <a:pt x="744" y="1525"/>
                  <a:pt x="744" y="1525"/>
                </a:cubicBezTo>
                <a:cubicBezTo>
                  <a:pt x="945" y="1470"/>
                  <a:pt x="945" y="1470"/>
                  <a:pt x="945" y="1470"/>
                </a:cubicBezTo>
                <a:cubicBezTo>
                  <a:pt x="947" y="1476"/>
                  <a:pt x="952" y="1480"/>
                  <a:pt x="958" y="1480"/>
                </a:cubicBezTo>
                <a:cubicBezTo>
                  <a:pt x="965" y="1480"/>
                  <a:pt x="971" y="1473"/>
                  <a:pt x="971" y="1465"/>
                </a:cubicBezTo>
                <a:cubicBezTo>
                  <a:pt x="971" y="1464"/>
                  <a:pt x="971" y="1463"/>
                  <a:pt x="971" y="1461"/>
                </a:cubicBezTo>
                <a:cubicBezTo>
                  <a:pt x="1166" y="1388"/>
                  <a:pt x="1166" y="1388"/>
                  <a:pt x="1166" y="1388"/>
                </a:cubicBezTo>
                <a:cubicBezTo>
                  <a:pt x="1168" y="1392"/>
                  <a:pt x="1172" y="1395"/>
                  <a:pt x="1177" y="1395"/>
                </a:cubicBezTo>
                <a:cubicBezTo>
                  <a:pt x="1184" y="1395"/>
                  <a:pt x="1189" y="1390"/>
                  <a:pt x="1189" y="1382"/>
                </a:cubicBezTo>
                <a:cubicBezTo>
                  <a:pt x="1189" y="1379"/>
                  <a:pt x="1188" y="1375"/>
                  <a:pt x="1185" y="1373"/>
                </a:cubicBezTo>
                <a:cubicBezTo>
                  <a:pt x="1445" y="1015"/>
                  <a:pt x="1445" y="1015"/>
                  <a:pt x="1445" y="1015"/>
                </a:cubicBezTo>
                <a:cubicBezTo>
                  <a:pt x="1447" y="1016"/>
                  <a:pt x="1449" y="1017"/>
                  <a:pt x="1452" y="1017"/>
                </a:cubicBezTo>
                <a:cubicBezTo>
                  <a:pt x="1459" y="1017"/>
                  <a:pt x="1464" y="1011"/>
                  <a:pt x="1464" y="1004"/>
                </a:cubicBezTo>
                <a:cubicBezTo>
                  <a:pt x="1464" y="997"/>
                  <a:pt x="1460" y="992"/>
                  <a:pt x="1454" y="991"/>
                </a:cubicBezTo>
                <a:cubicBezTo>
                  <a:pt x="1463" y="785"/>
                  <a:pt x="1463" y="785"/>
                  <a:pt x="1463" y="785"/>
                </a:cubicBezTo>
                <a:cubicBezTo>
                  <a:pt x="1471" y="784"/>
                  <a:pt x="1477" y="778"/>
                  <a:pt x="1477" y="770"/>
                </a:cubicBezTo>
                <a:close/>
                <a:moveTo>
                  <a:pt x="1177" y="1369"/>
                </a:moveTo>
                <a:cubicBezTo>
                  <a:pt x="1171" y="1369"/>
                  <a:pt x="1167" y="1373"/>
                  <a:pt x="1165" y="1379"/>
                </a:cubicBezTo>
                <a:cubicBezTo>
                  <a:pt x="1084" y="1364"/>
                  <a:pt x="1084" y="1364"/>
                  <a:pt x="1084" y="1364"/>
                </a:cubicBezTo>
                <a:cubicBezTo>
                  <a:pt x="1208" y="1263"/>
                  <a:pt x="1208" y="1263"/>
                  <a:pt x="1208" y="1263"/>
                </a:cubicBezTo>
                <a:cubicBezTo>
                  <a:pt x="1179" y="1369"/>
                  <a:pt x="1179" y="1369"/>
                  <a:pt x="1179" y="1369"/>
                </a:cubicBezTo>
                <a:cubicBezTo>
                  <a:pt x="1178" y="1369"/>
                  <a:pt x="1178" y="1369"/>
                  <a:pt x="1177" y="1369"/>
                </a:cubicBezTo>
                <a:close/>
                <a:moveTo>
                  <a:pt x="1081" y="1363"/>
                </a:moveTo>
                <a:cubicBezTo>
                  <a:pt x="926" y="1334"/>
                  <a:pt x="926" y="1334"/>
                  <a:pt x="926" y="1334"/>
                </a:cubicBezTo>
                <a:cubicBezTo>
                  <a:pt x="926" y="1334"/>
                  <a:pt x="926" y="1334"/>
                  <a:pt x="926" y="1333"/>
                </a:cubicBezTo>
                <a:cubicBezTo>
                  <a:pt x="926" y="1332"/>
                  <a:pt x="926" y="1330"/>
                  <a:pt x="925" y="1329"/>
                </a:cubicBezTo>
                <a:cubicBezTo>
                  <a:pt x="1153" y="1195"/>
                  <a:pt x="1153" y="1195"/>
                  <a:pt x="1153" y="1195"/>
                </a:cubicBezTo>
                <a:cubicBezTo>
                  <a:pt x="1227" y="1190"/>
                  <a:pt x="1227" y="1190"/>
                  <a:pt x="1227" y="1190"/>
                </a:cubicBezTo>
                <a:cubicBezTo>
                  <a:pt x="1209" y="1258"/>
                  <a:pt x="1209" y="1258"/>
                  <a:pt x="1209" y="1258"/>
                </a:cubicBezTo>
                <a:lnTo>
                  <a:pt x="1081" y="1363"/>
                </a:lnTo>
                <a:close/>
                <a:moveTo>
                  <a:pt x="935" y="1462"/>
                </a:moveTo>
                <a:cubicBezTo>
                  <a:pt x="945" y="1459"/>
                  <a:pt x="945" y="1459"/>
                  <a:pt x="945" y="1459"/>
                </a:cubicBezTo>
                <a:cubicBezTo>
                  <a:pt x="945" y="1460"/>
                  <a:pt x="945" y="1461"/>
                  <a:pt x="944" y="1463"/>
                </a:cubicBezTo>
                <a:lnTo>
                  <a:pt x="935" y="1462"/>
                </a:lnTo>
                <a:close/>
                <a:moveTo>
                  <a:pt x="740" y="1517"/>
                </a:moveTo>
                <a:cubicBezTo>
                  <a:pt x="738" y="1515"/>
                  <a:pt x="735" y="1514"/>
                  <a:pt x="732" y="1514"/>
                </a:cubicBezTo>
                <a:cubicBezTo>
                  <a:pt x="728" y="1514"/>
                  <a:pt x="725" y="1515"/>
                  <a:pt x="723" y="1518"/>
                </a:cubicBezTo>
                <a:cubicBezTo>
                  <a:pt x="637" y="1449"/>
                  <a:pt x="637" y="1449"/>
                  <a:pt x="637" y="1449"/>
                </a:cubicBezTo>
                <a:cubicBezTo>
                  <a:pt x="796" y="1457"/>
                  <a:pt x="796" y="1457"/>
                  <a:pt x="796" y="1457"/>
                </a:cubicBezTo>
                <a:lnTo>
                  <a:pt x="740" y="1517"/>
                </a:lnTo>
                <a:close/>
                <a:moveTo>
                  <a:pt x="633" y="1445"/>
                </a:moveTo>
                <a:cubicBezTo>
                  <a:pt x="578" y="1401"/>
                  <a:pt x="578" y="1401"/>
                  <a:pt x="578" y="1401"/>
                </a:cubicBezTo>
                <a:cubicBezTo>
                  <a:pt x="641" y="1361"/>
                  <a:pt x="641" y="1361"/>
                  <a:pt x="641" y="1361"/>
                </a:cubicBezTo>
                <a:cubicBezTo>
                  <a:pt x="904" y="1336"/>
                  <a:pt x="904" y="1336"/>
                  <a:pt x="904" y="1336"/>
                </a:cubicBezTo>
                <a:cubicBezTo>
                  <a:pt x="905" y="1338"/>
                  <a:pt x="906" y="1339"/>
                  <a:pt x="907" y="1341"/>
                </a:cubicBezTo>
                <a:cubicBezTo>
                  <a:pt x="799" y="1455"/>
                  <a:pt x="799" y="1455"/>
                  <a:pt x="799" y="1455"/>
                </a:cubicBezTo>
                <a:lnTo>
                  <a:pt x="633" y="1445"/>
                </a:lnTo>
                <a:close/>
                <a:moveTo>
                  <a:pt x="528" y="1440"/>
                </a:moveTo>
                <a:cubicBezTo>
                  <a:pt x="528" y="1437"/>
                  <a:pt x="527" y="1435"/>
                  <a:pt x="527" y="1434"/>
                </a:cubicBezTo>
                <a:cubicBezTo>
                  <a:pt x="576" y="1402"/>
                  <a:pt x="576" y="1402"/>
                  <a:pt x="576" y="1402"/>
                </a:cubicBezTo>
                <a:cubicBezTo>
                  <a:pt x="629" y="1445"/>
                  <a:pt x="629" y="1445"/>
                  <a:pt x="629" y="1445"/>
                </a:cubicBezTo>
                <a:lnTo>
                  <a:pt x="528" y="1440"/>
                </a:lnTo>
                <a:close/>
                <a:moveTo>
                  <a:pt x="299" y="1380"/>
                </a:moveTo>
                <a:cubicBezTo>
                  <a:pt x="298" y="1374"/>
                  <a:pt x="293" y="1369"/>
                  <a:pt x="287" y="1369"/>
                </a:cubicBezTo>
                <a:cubicBezTo>
                  <a:pt x="287" y="1369"/>
                  <a:pt x="287" y="1369"/>
                  <a:pt x="287" y="1369"/>
                </a:cubicBezTo>
                <a:cubicBezTo>
                  <a:pt x="276" y="1288"/>
                  <a:pt x="276" y="1288"/>
                  <a:pt x="276" y="1288"/>
                </a:cubicBezTo>
                <a:cubicBezTo>
                  <a:pt x="410" y="1375"/>
                  <a:pt x="410" y="1375"/>
                  <a:pt x="410" y="1375"/>
                </a:cubicBezTo>
                <a:lnTo>
                  <a:pt x="299" y="1380"/>
                </a:lnTo>
                <a:close/>
                <a:moveTo>
                  <a:pt x="281" y="1371"/>
                </a:moveTo>
                <a:cubicBezTo>
                  <a:pt x="172" y="1221"/>
                  <a:pt x="172" y="1221"/>
                  <a:pt x="172" y="1221"/>
                </a:cubicBezTo>
                <a:cubicBezTo>
                  <a:pt x="273" y="1287"/>
                  <a:pt x="273" y="1287"/>
                  <a:pt x="273" y="1287"/>
                </a:cubicBezTo>
                <a:cubicBezTo>
                  <a:pt x="284" y="1370"/>
                  <a:pt x="284" y="1370"/>
                  <a:pt x="284" y="1370"/>
                </a:cubicBezTo>
                <a:cubicBezTo>
                  <a:pt x="283" y="1370"/>
                  <a:pt x="282" y="1370"/>
                  <a:pt x="281" y="1371"/>
                </a:cubicBezTo>
                <a:close/>
                <a:moveTo>
                  <a:pt x="136" y="1177"/>
                </a:moveTo>
                <a:cubicBezTo>
                  <a:pt x="142" y="1185"/>
                  <a:pt x="142" y="1185"/>
                  <a:pt x="142" y="1185"/>
                </a:cubicBezTo>
                <a:cubicBezTo>
                  <a:pt x="142" y="1185"/>
                  <a:pt x="141" y="1185"/>
                  <a:pt x="141" y="1185"/>
                </a:cubicBezTo>
                <a:cubicBezTo>
                  <a:pt x="140" y="1185"/>
                  <a:pt x="139" y="1185"/>
                  <a:pt x="139" y="1185"/>
                </a:cubicBezTo>
                <a:lnTo>
                  <a:pt x="136" y="1177"/>
                </a:lnTo>
                <a:close/>
                <a:moveTo>
                  <a:pt x="139" y="355"/>
                </a:moveTo>
                <a:cubicBezTo>
                  <a:pt x="139" y="355"/>
                  <a:pt x="140" y="355"/>
                  <a:pt x="141" y="355"/>
                </a:cubicBezTo>
                <a:cubicBezTo>
                  <a:pt x="141" y="355"/>
                  <a:pt x="142" y="355"/>
                  <a:pt x="142" y="355"/>
                </a:cubicBezTo>
                <a:cubicBezTo>
                  <a:pt x="136" y="363"/>
                  <a:pt x="136" y="363"/>
                  <a:pt x="136" y="363"/>
                </a:cubicBezTo>
                <a:lnTo>
                  <a:pt x="139" y="355"/>
                </a:lnTo>
                <a:close/>
                <a:moveTo>
                  <a:pt x="287" y="171"/>
                </a:moveTo>
                <a:cubicBezTo>
                  <a:pt x="293" y="171"/>
                  <a:pt x="298" y="166"/>
                  <a:pt x="299" y="160"/>
                </a:cubicBezTo>
                <a:cubicBezTo>
                  <a:pt x="410" y="165"/>
                  <a:pt x="410" y="165"/>
                  <a:pt x="410" y="165"/>
                </a:cubicBezTo>
                <a:cubicBezTo>
                  <a:pt x="276" y="251"/>
                  <a:pt x="276" y="251"/>
                  <a:pt x="276" y="251"/>
                </a:cubicBezTo>
                <a:cubicBezTo>
                  <a:pt x="287" y="171"/>
                  <a:pt x="287" y="171"/>
                  <a:pt x="287" y="171"/>
                </a:cubicBezTo>
                <a:cubicBezTo>
                  <a:pt x="287" y="171"/>
                  <a:pt x="287" y="171"/>
                  <a:pt x="287" y="171"/>
                </a:cubicBezTo>
                <a:close/>
                <a:moveTo>
                  <a:pt x="629" y="95"/>
                </a:moveTo>
                <a:cubicBezTo>
                  <a:pt x="576" y="138"/>
                  <a:pt x="576" y="138"/>
                  <a:pt x="576" y="138"/>
                </a:cubicBezTo>
                <a:cubicBezTo>
                  <a:pt x="527" y="106"/>
                  <a:pt x="527" y="106"/>
                  <a:pt x="527" y="106"/>
                </a:cubicBezTo>
                <a:cubicBezTo>
                  <a:pt x="527" y="105"/>
                  <a:pt x="528" y="103"/>
                  <a:pt x="528" y="100"/>
                </a:cubicBezTo>
                <a:lnTo>
                  <a:pt x="629" y="95"/>
                </a:lnTo>
                <a:close/>
                <a:moveTo>
                  <a:pt x="732" y="26"/>
                </a:moveTo>
                <a:cubicBezTo>
                  <a:pt x="735" y="26"/>
                  <a:pt x="738" y="25"/>
                  <a:pt x="740" y="23"/>
                </a:cubicBezTo>
                <a:cubicBezTo>
                  <a:pt x="796" y="83"/>
                  <a:pt x="796" y="83"/>
                  <a:pt x="796" y="83"/>
                </a:cubicBezTo>
                <a:cubicBezTo>
                  <a:pt x="637" y="91"/>
                  <a:pt x="637" y="91"/>
                  <a:pt x="637" y="91"/>
                </a:cubicBezTo>
                <a:cubicBezTo>
                  <a:pt x="723" y="22"/>
                  <a:pt x="723" y="22"/>
                  <a:pt x="723" y="22"/>
                </a:cubicBezTo>
                <a:cubicBezTo>
                  <a:pt x="725" y="25"/>
                  <a:pt x="728" y="26"/>
                  <a:pt x="732" y="26"/>
                </a:cubicBezTo>
                <a:close/>
                <a:moveTo>
                  <a:pt x="799" y="85"/>
                </a:moveTo>
                <a:cubicBezTo>
                  <a:pt x="907" y="199"/>
                  <a:pt x="907" y="199"/>
                  <a:pt x="907" y="199"/>
                </a:cubicBezTo>
                <a:cubicBezTo>
                  <a:pt x="906" y="201"/>
                  <a:pt x="905" y="202"/>
                  <a:pt x="904" y="204"/>
                </a:cubicBezTo>
                <a:cubicBezTo>
                  <a:pt x="641" y="179"/>
                  <a:pt x="641" y="179"/>
                  <a:pt x="641" y="179"/>
                </a:cubicBezTo>
                <a:cubicBezTo>
                  <a:pt x="578" y="139"/>
                  <a:pt x="578" y="139"/>
                  <a:pt x="578" y="139"/>
                </a:cubicBezTo>
                <a:cubicBezTo>
                  <a:pt x="633" y="95"/>
                  <a:pt x="633" y="95"/>
                  <a:pt x="633" y="95"/>
                </a:cubicBezTo>
                <a:lnTo>
                  <a:pt x="799" y="85"/>
                </a:lnTo>
                <a:close/>
                <a:moveTo>
                  <a:pt x="944" y="77"/>
                </a:moveTo>
                <a:cubicBezTo>
                  <a:pt x="945" y="79"/>
                  <a:pt x="945" y="80"/>
                  <a:pt x="945" y="81"/>
                </a:cubicBezTo>
                <a:cubicBezTo>
                  <a:pt x="935" y="78"/>
                  <a:pt x="935" y="78"/>
                  <a:pt x="935" y="78"/>
                </a:cubicBezTo>
                <a:lnTo>
                  <a:pt x="944" y="77"/>
                </a:lnTo>
                <a:close/>
                <a:moveTo>
                  <a:pt x="968" y="85"/>
                </a:moveTo>
                <a:cubicBezTo>
                  <a:pt x="975" y="91"/>
                  <a:pt x="975" y="91"/>
                  <a:pt x="975" y="91"/>
                </a:cubicBezTo>
                <a:cubicBezTo>
                  <a:pt x="965" y="88"/>
                  <a:pt x="965" y="88"/>
                  <a:pt x="965" y="88"/>
                </a:cubicBezTo>
                <a:cubicBezTo>
                  <a:pt x="966" y="87"/>
                  <a:pt x="967" y="86"/>
                  <a:pt x="968" y="85"/>
                </a:cubicBezTo>
                <a:close/>
                <a:moveTo>
                  <a:pt x="981" y="95"/>
                </a:moveTo>
                <a:cubicBezTo>
                  <a:pt x="1078" y="175"/>
                  <a:pt x="1078" y="175"/>
                  <a:pt x="1078" y="175"/>
                </a:cubicBezTo>
                <a:cubicBezTo>
                  <a:pt x="925" y="203"/>
                  <a:pt x="925" y="203"/>
                  <a:pt x="925" y="203"/>
                </a:cubicBezTo>
                <a:cubicBezTo>
                  <a:pt x="925" y="200"/>
                  <a:pt x="923" y="198"/>
                  <a:pt x="920" y="196"/>
                </a:cubicBezTo>
                <a:cubicBezTo>
                  <a:pt x="955" y="89"/>
                  <a:pt x="955" y="89"/>
                  <a:pt x="955" y="89"/>
                </a:cubicBezTo>
                <a:cubicBezTo>
                  <a:pt x="956" y="90"/>
                  <a:pt x="957" y="90"/>
                  <a:pt x="958" y="90"/>
                </a:cubicBezTo>
                <a:cubicBezTo>
                  <a:pt x="959" y="90"/>
                  <a:pt x="960" y="89"/>
                  <a:pt x="961" y="89"/>
                </a:cubicBezTo>
                <a:lnTo>
                  <a:pt x="981" y="95"/>
                </a:lnTo>
                <a:close/>
                <a:moveTo>
                  <a:pt x="1177" y="171"/>
                </a:moveTo>
                <a:cubicBezTo>
                  <a:pt x="1178" y="171"/>
                  <a:pt x="1178" y="171"/>
                  <a:pt x="1179" y="171"/>
                </a:cubicBezTo>
                <a:cubicBezTo>
                  <a:pt x="1208" y="277"/>
                  <a:pt x="1208" y="277"/>
                  <a:pt x="1208" y="277"/>
                </a:cubicBezTo>
                <a:cubicBezTo>
                  <a:pt x="1084" y="176"/>
                  <a:pt x="1084" y="176"/>
                  <a:pt x="1084" y="176"/>
                </a:cubicBezTo>
                <a:cubicBezTo>
                  <a:pt x="1165" y="161"/>
                  <a:pt x="1165" y="161"/>
                  <a:pt x="1165" y="161"/>
                </a:cubicBezTo>
                <a:cubicBezTo>
                  <a:pt x="1167" y="167"/>
                  <a:pt x="1171" y="171"/>
                  <a:pt x="1177" y="171"/>
                </a:cubicBezTo>
                <a:close/>
                <a:moveTo>
                  <a:pt x="1209" y="282"/>
                </a:moveTo>
                <a:cubicBezTo>
                  <a:pt x="1227" y="350"/>
                  <a:pt x="1227" y="350"/>
                  <a:pt x="1227" y="350"/>
                </a:cubicBezTo>
                <a:cubicBezTo>
                  <a:pt x="1153" y="345"/>
                  <a:pt x="1153" y="345"/>
                  <a:pt x="1153" y="345"/>
                </a:cubicBezTo>
                <a:cubicBezTo>
                  <a:pt x="925" y="211"/>
                  <a:pt x="925" y="211"/>
                  <a:pt x="925" y="211"/>
                </a:cubicBezTo>
                <a:cubicBezTo>
                  <a:pt x="926" y="210"/>
                  <a:pt x="926" y="208"/>
                  <a:pt x="926" y="207"/>
                </a:cubicBezTo>
                <a:cubicBezTo>
                  <a:pt x="926" y="206"/>
                  <a:pt x="926" y="206"/>
                  <a:pt x="926" y="206"/>
                </a:cubicBezTo>
                <a:cubicBezTo>
                  <a:pt x="1081" y="177"/>
                  <a:pt x="1081" y="177"/>
                  <a:pt x="1081" y="177"/>
                </a:cubicBezTo>
                <a:lnTo>
                  <a:pt x="1209" y="282"/>
                </a:lnTo>
                <a:close/>
                <a:moveTo>
                  <a:pt x="1450" y="549"/>
                </a:moveTo>
                <a:cubicBezTo>
                  <a:pt x="1450" y="734"/>
                  <a:pt x="1450" y="734"/>
                  <a:pt x="1450" y="734"/>
                </a:cubicBezTo>
                <a:cubicBezTo>
                  <a:pt x="1407" y="621"/>
                  <a:pt x="1407" y="621"/>
                  <a:pt x="1407" y="621"/>
                </a:cubicBezTo>
                <a:cubicBezTo>
                  <a:pt x="1447" y="548"/>
                  <a:pt x="1447" y="548"/>
                  <a:pt x="1447" y="548"/>
                </a:cubicBezTo>
                <a:cubicBezTo>
                  <a:pt x="1448" y="549"/>
                  <a:pt x="1449" y="549"/>
                  <a:pt x="1450" y="549"/>
                </a:cubicBezTo>
                <a:close/>
                <a:moveTo>
                  <a:pt x="1453" y="759"/>
                </a:moveTo>
                <a:cubicBezTo>
                  <a:pt x="1453" y="749"/>
                  <a:pt x="1453" y="749"/>
                  <a:pt x="1453" y="749"/>
                </a:cubicBezTo>
                <a:cubicBezTo>
                  <a:pt x="1456" y="757"/>
                  <a:pt x="1456" y="757"/>
                  <a:pt x="1456" y="757"/>
                </a:cubicBezTo>
                <a:cubicBezTo>
                  <a:pt x="1455" y="758"/>
                  <a:pt x="1454" y="759"/>
                  <a:pt x="1453" y="759"/>
                </a:cubicBezTo>
                <a:close/>
                <a:moveTo>
                  <a:pt x="1449" y="769"/>
                </a:moveTo>
                <a:cubicBezTo>
                  <a:pt x="1335" y="769"/>
                  <a:pt x="1335" y="769"/>
                  <a:pt x="1335" y="769"/>
                </a:cubicBezTo>
                <a:cubicBezTo>
                  <a:pt x="1335" y="765"/>
                  <a:pt x="1333" y="762"/>
                  <a:pt x="1331" y="761"/>
                </a:cubicBezTo>
                <a:cubicBezTo>
                  <a:pt x="1405" y="625"/>
                  <a:pt x="1405" y="625"/>
                  <a:pt x="1405" y="625"/>
                </a:cubicBezTo>
                <a:cubicBezTo>
                  <a:pt x="1450" y="742"/>
                  <a:pt x="1450" y="742"/>
                  <a:pt x="1450" y="742"/>
                </a:cubicBezTo>
                <a:cubicBezTo>
                  <a:pt x="1450" y="763"/>
                  <a:pt x="1450" y="763"/>
                  <a:pt x="1450" y="763"/>
                </a:cubicBezTo>
                <a:cubicBezTo>
                  <a:pt x="1450" y="765"/>
                  <a:pt x="1449" y="767"/>
                  <a:pt x="1449" y="769"/>
                </a:cubicBezTo>
                <a:close/>
                <a:moveTo>
                  <a:pt x="1231" y="1187"/>
                </a:moveTo>
                <a:cubicBezTo>
                  <a:pt x="1240" y="1152"/>
                  <a:pt x="1240" y="1152"/>
                  <a:pt x="1240" y="1152"/>
                </a:cubicBezTo>
                <a:cubicBezTo>
                  <a:pt x="1241" y="1152"/>
                  <a:pt x="1241" y="1152"/>
                  <a:pt x="1242" y="1152"/>
                </a:cubicBezTo>
                <a:cubicBezTo>
                  <a:pt x="1248" y="1152"/>
                  <a:pt x="1253" y="1147"/>
                  <a:pt x="1253" y="1141"/>
                </a:cubicBezTo>
                <a:cubicBezTo>
                  <a:pt x="1253" y="1139"/>
                  <a:pt x="1253" y="1137"/>
                  <a:pt x="1252" y="1135"/>
                </a:cubicBezTo>
                <a:cubicBezTo>
                  <a:pt x="1283" y="1115"/>
                  <a:pt x="1283" y="1115"/>
                  <a:pt x="1283" y="1115"/>
                </a:cubicBezTo>
                <a:cubicBezTo>
                  <a:pt x="1297" y="1170"/>
                  <a:pt x="1297" y="1170"/>
                  <a:pt x="1297" y="1170"/>
                </a:cubicBezTo>
                <a:cubicBezTo>
                  <a:pt x="1292" y="1172"/>
                  <a:pt x="1289" y="1178"/>
                  <a:pt x="1288" y="1184"/>
                </a:cubicBezTo>
                <a:lnTo>
                  <a:pt x="1231" y="1187"/>
                </a:lnTo>
                <a:close/>
                <a:moveTo>
                  <a:pt x="645" y="1358"/>
                </a:moveTo>
                <a:cubicBezTo>
                  <a:pt x="811" y="1252"/>
                  <a:pt x="811" y="1252"/>
                  <a:pt x="811" y="1252"/>
                </a:cubicBezTo>
                <a:cubicBezTo>
                  <a:pt x="906" y="1327"/>
                  <a:pt x="906" y="1327"/>
                  <a:pt x="906" y="1327"/>
                </a:cubicBezTo>
                <a:cubicBezTo>
                  <a:pt x="905" y="1329"/>
                  <a:pt x="904" y="1331"/>
                  <a:pt x="904" y="1333"/>
                </a:cubicBezTo>
                <a:lnTo>
                  <a:pt x="645" y="1358"/>
                </a:lnTo>
                <a:close/>
                <a:moveTo>
                  <a:pt x="514" y="1425"/>
                </a:moveTo>
                <a:cubicBezTo>
                  <a:pt x="513" y="1425"/>
                  <a:pt x="511" y="1426"/>
                  <a:pt x="510" y="1426"/>
                </a:cubicBezTo>
                <a:cubicBezTo>
                  <a:pt x="489" y="1373"/>
                  <a:pt x="489" y="1373"/>
                  <a:pt x="489" y="1373"/>
                </a:cubicBezTo>
                <a:cubicBezTo>
                  <a:pt x="526" y="1371"/>
                  <a:pt x="526" y="1371"/>
                  <a:pt x="526" y="1371"/>
                </a:cubicBezTo>
                <a:cubicBezTo>
                  <a:pt x="527" y="1377"/>
                  <a:pt x="532" y="1381"/>
                  <a:pt x="537" y="1381"/>
                </a:cubicBezTo>
                <a:cubicBezTo>
                  <a:pt x="540" y="1381"/>
                  <a:pt x="543" y="1380"/>
                  <a:pt x="545" y="1377"/>
                </a:cubicBezTo>
                <a:cubicBezTo>
                  <a:pt x="574" y="1401"/>
                  <a:pt x="574" y="1401"/>
                  <a:pt x="574" y="1401"/>
                </a:cubicBezTo>
                <a:cubicBezTo>
                  <a:pt x="526" y="1432"/>
                  <a:pt x="526" y="1432"/>
                  <a:pt x="526" y="1432"/>
                </a:cubicBezTo>
                <a:cubicBezTo>
                  <a:pt x="523" y="1428"/>
                  <a:pt x="519" y="1425"/>
                  <a:pt x="514" y="1425"/>
                </a:cubicBezTo>
                <a:close/>
                <a:moveTo>
                  <a:pt x="253" y="1107"/>
                </a:moveTo>
                <a:cubicBezTo>
                  <a:pt x="251" y="1107"/>
                  <a:pt x="250" y="1107"/>
                  <a:pt x="249" y="1107"/>
                </a:cubicBezTo>
                <a:cubicBezTo>
                  <a:pt x="146" y="869"/>
                  <a:pt x="146" y="869"/>
                  <a:pt x="146" y="869"/>
                </a:cubicBezTo>
                <a:cubicBezTo>
                  <a:pt x="298" y="994"/>
                  <a:pt x="298" y="994"/>
                  <a:pt x="298" y="994"/>
                </a:cubicBezTo>
                <a:cubicBezTo>
                  <a:pt x="256" y="1107"/>
                  <a:pt x="256" y="1107"/>
                  <a:pt x="256" y="1107"/>
                </a:cubicBezTo>
                <a:cubicBezTo>
                  <a:pt x="255" y="1107"/>
                  <a:pt x="254" y="1107"/>
                  <a:pt x="253" y="1107"/>
                </a:cubicBezTo>
                <a:close/>
                <a:moveTo>
                  <a:pt x="32" y="756"/>
                </a:moveTo>
                <a:cubicBezTo>
                  <a:pt x="58" y="659"/>
                  <a:pt x="58" y="659"/>
                  <a:pt x="58" y="659"/>
                </a:cubicBezTo>
                <a:cubicBezTo>
                  <a:pt x="82" y="723"/>
                  <a:pt x="82" y="723"/>
                  <a:pt x="82" y="723"/>
                </a:cubicBezTo>
                <a:cubicBezTo>
                  <a:pt x="37" y="760"/>
                  <a:pt x="37" y="760"/>
                  <a:pt x="37" y="760"/>
                </a:cubicBezTo>
                <a:cubicBezTo>
                  <a:pt x="36" y="758"/>
                  <a:pt x="34" y="757"/>
                  <a:pt x="32" y="756"/>
                </a:cubicBezTo>
                <a:close/>
                <a:moveTo>
                  <a:pt x="37" y="780"/>
                </a:moveTo>
                <a:cubicBezTo>
                  <a:pt x="82" y="817"/>
                  <a:pt x="82" y="817"/>
                  <a:pt x="82" y="817"/>
                </a:cubicBezTo>
                <a:cubicBezTo>
                  <a:pt x="58" y="881"/>
                  <a:pt x="58" y="881"/>
                  <a:pt x="58" y="881"/>
                </a:cubicBezTo>
                <a:cubicBezTo>
                  <a:pt x="32" y="784"/>
                  <a:pt x="32" y="784"/>
                  <a:pt x="32" y="784"/>
                </a:cubicBezTo>
                <a:cubicBezTo>
                  <a:pt x="34" y="783"/>
                  <a:pt x="36" y="782"/>
                  <a:pt x="37" y="780"/>
                </a:cubicBezTo>
                <a:close/>
                <a:moveTo>
                  <a:pt x="39" y="778"/>
                </a:moveTo>
                <a:cubicBezTo>
                  <a:pt x="40" y="776"/>
                  <a:pt x="41" y="773"/>
                  <a:pt x="41" y="770"/>
                </a:cubicBezTo>
                <a:cubicBezTo>
                  <a:pt x="41" y="767"/>
                  <a:pt x="40" y="764"/>
                  <a:pt x="39" y="762"/>
                </a:cubicBezTo>
                <a:cubicBezTo>
                  <a:pt x="83" y="726"/>
                  <a:pt x="83" y="726"/>
                  <a:pt x="83" y="726"/>
                </a:cubicBezTo>
                <a:cubicBezTo>
                  <a:pt x="96" y="760"/>
                  <a:pt x="96" y="760"/>
                  <a:pt x="96" y="760"/>
                </a:cubicBezTo>
                <a:cubicBezTo>
                  <a:pt x="93" y="762"/>
                  <a:pt x="91" y="765"/>
                  <a:pt x="91" y="770"/>
                </a:cubicBezTo>
                <a:cubicBezTo>
                  <a:pt x="91" y="775"/>
                  <a:pt x="93" y="778"/>
                  <a:pt x="96" y="780"/>
                </a:cubicBezTo>
                <a:cubicBezTo>
                  <a:pt x="83" y="814"/>
                  <a:pt x="83" y="814"/>
                  <a:pt x="83" y="814"/>
                </a:cubicBezTo>
                <a:lnTo>
                  <a:pt x="39" y="778"/>
                </a:lnTo>
                <a:close/>
                <a:moveTo>
                  <a:pt x="514" y="115"/>
                </a:moveTo>
                <a:cubicBezTo>
                  <a:pt x="519" y="115"/>
                  <a:pt x="523" y="112"/>
                  <a:pt x="526" y="108"/>
                </a:cubicBezTo>
                <a:cubicBezTo>
                  <a:pt x="574" y="139"/>
                  <a:pt x="574" y="139"/>
                  <a:pt x="574" y="139"/>
                </a:cubicBezTo>
                <a:cubicBezTo>
                  <a:pt x="545" y="163"/>
                  <a:pt x="545" y="163"/>
                  <a:pt x="545" y="163"/>
                </a:cubicBezTo>
                <a:cubicBezTo>
                  <a:pt x="543" y="160"/>
                  <a:pt x="540" y="159"/>
                  <a:pt x="537" y="159"/>
                </a:cubicBezTo>
                <a:cubicBezTo>
                  <a:pt x="532" y="159"/>
                  <a:pt x="527" y="163"/>
                  <a:pt x="526" y="169"/>
                </a:cubicBezTo>
                <a:cubicBezTo>
                  <a:pt x="489" y="167"/>
                  <a:pt x="489" y="167"/>
                  <a:pt x="489" y="167"/>
                </a:cubicBezTo>
                <a:cubicBezTo>
                  <a:pt x="510" y="114"/>
                  <a:pt x="510" y="114"/>
                  <a:pt x="510" y="114"/>
                </a:cubicBezTo>
                <a:cubicBezTo>
                  <a:pt x="511" y="114"/>
                  <a:pt x="513" y="115"/>
                  <a:pt x="514" y="115"/>
                </a:cubicBezTo>
                <a:close/>
                <a:moveTo>
                  <a:pt x="904" y="207"/>
                </a:moveTo>
                <a:cubicBezTo>
                  <a:pt x="904" y="209"/>
                  <a:pt x="905" y="211"/>
                  <a:pt x="906" y="213"/>
                </a:cubicBezTo>
                <a:cubicBezTo>
                  <a:pt x="811" y="288"/>
                  <a:pt x="811" y="288"/>
                  <a:pt x="811" y="288"/>
                </a:cubicBezTo>
                <a:cubicBezTo>
                  <a:pt x="645" y="182"/>
                  <a:pt x="645" y="182"/>
                  <a:pt x="645" y="182"/>
                </a:cubicBezTo>
                <a:lnTo>
                  <a:pt x="904" y="207"/>
                </a:lnTo>
                <a:close/>
                <a:moveTo>
                  <a:pt x="1288" y="356"/>
                </a:moveTo>
                <a:cubicBezTo>
                  <a:pt x="1289" y="362"/>
                  <a:pt x="1292" y="368"/>
                  <a:pt x="1297" y="370"/>
                </a:cubicBezTo>
                <a:cubicBezTo>
                  <a:pt x="1283" y="425"/>
                  <a:pt x="1283" y="425"/>
                  <a:pt x="1283" y="425"/>
                </a:cubicBezTo>
                <a:cubicBezTo>
                  <a:pt x="1252" y="405"/>
                  <a:pt x="1252" y="405"/>
                  <a:pt x="1252" y="405"/>
                </a:cubicBezTo>
                <a:cubicBezTo>
                  <a:pt x="1253" y="403"/>
                  <a:pt x="1253" y="401"/>
                  <a:pt x="1253" y="399"/>
                </a:cubicBezTo>
                <a:cubicBezTo>
                  <a:pt x="1253" y="393"/>
                  <a:pt x="1248" y="388"/>
                  <a:pt x="1242" y="388"/>
                </a:cubicBezTo>
                <a:cubicBezTo>
                  <a:pt x="1241" y="388"/>
                  <a:pt x="1241" y="388"/>
                  <a:pt x="1240" y="388"/>
                </a:cubicBezTo>
                <a:cubicBezTo>
                  <a:pt x="1231" y="353"/>
                  <a:pt x="1231" y="353"/>
                  <a:pt x="1231" y="353"/>
                </a:cubicBezTo>
                <a:lnTo>
                  <a:pt x="1288" y="356"/>
                </a:lnTo>
                <a:close/>
                <a:moveTo>
                  <a:pt x="1302" y="371"/>
                </a:moveTo>
                <a:cubicBezTo>
                  <a:pt x="1304" y="371"/>
                  <a:pt x="1305" y="370"/>
                  <a:pt x="1306" y="370"/>
                </a:cubicBezTo>
                <a:cubicBezTo>
                  <a:pt x="1342" y="464"/>
                  <a:pt x="1342" y="464"/>
                  <a:pt x="1342" y="464"/>
                </a:cubicBezTo>
                <a:cubicBezTo>
                  <a:pt x="1285" y="426"/>
                  <a:pt x="1285" y="426"/>
                  <a:pt x="1285" y="426"/>
                </a:cubicBezTo>
                <a:cubicBezTo>
                  <a:pt x="1300" y="370"/>
                  <a:pt x="1300" y="370"/>
                  <a:pt x="1300" y="370"/>
                </a:cubicBezTo>
                <a:cubicBezTo>
                  <a:pt x="1301" y="371"/>
                  <a:pt x="1301" y="371"/>
                  <a:pt x="1302" y="371"/>
                </a:cubicBezTo>
                <a:close/>
                <a:moveTo>
                  <a:pt x="1324" y="758"/>
                </a:moveTo>
                <a:cubicBezTo>
                  <a:pt x="1324" y="758"/>
                  <a:pt x="1324" y="758"/>
                  <a:pt x="1323" y="758"/>
                </a:cubicBezTo>
                <a:cubicBezTo>
                  <a:pt x="1266" y="501"/>
                  <a:pt x="1266" y="501"/>
                  <a:pt x="1266" y="501"/>
                </a:cubicBezTo>
                <a:cubicBezTo>
                  <a:pt x="1285" y="429"/>
                  <a:pt x="1285" y="429"/>
                  <a:pt x="1285" y="429"/>
                </a:cubicBezTo>
                <a:cubicBezTo>
                  <a:pt x="1344" y="467"/>
                  <a:pt x="1344" y="467"/>
                  <a:pt x="1344" y="467"/>
                </a:cubicBezTo>
                <a:cubicBezTo>
                  <a:pt x="1404" y="622"/>
                  <a:pt x="1404" y="622"/>
                  <a:pt x="1404" y="622"/>
                </a:cubicBezTo>
                <a:cubicBezTo>
                  <a:pt x="1329" y="759"/>
                  <a:pt x="1329" y="759"/>
                  <a:pt x="1329" y="759"/>
                </a:cubicBezTo>
                <a:cubicBezTo>
                  <a:pt x="1328" y="759"/>
                  <a:pt x="1326" y="758"/>
                  <a:pt x="1324" y="758"/>
                </a:cubicBezTo>
                <a:close/>
                <a:moveTo>
                  <a:pt x="915" y="1322"/>
                </a:moveTo>
                <a:cubicBezTo>
                  <a:pt x="914" y="1322"/>
                  <a:pt x="914" y="1322"/>
                  <a:pt x="913" y="1322"/>
                </a:cubicBezTo>
                <a:cubicBezTo>
                  <a:pt x="881" y="1225"/>
                  <a:pt x="881" y="1225"/>
                  <a:pt x="881" y="1225"/>
                </a:cubicBezTo>
                <a:cubicBezTo>
                  <a:pt x="886" y="1222"/>
                  <a:pt x="890" y="1217"/>
                  <a:pt x="890" y="1211"/>
                </a:cubicBezTo>
                <a:cubicBezTo>
                  <a:pt x="949" y="1207"/>
                  <a:pt x="949" y="1207"/>
                  <a:pt x="949" y="1207"/>
                </a:cubicBezTo>
                <a:cubicBezTo>
                  <a:pt x="917" y="1322"/>
                  <a:pt x="917" y="1322"/>
                  <a:pt x="917" y="1322"/>
                </a:cubicBezTo>
                <a:cubicBezTo>
                  <a:pt x="916" y="1322"/>
                  <a:pt x="916" y="1322"/>
                  <a:pt x="915" y="1322"/>
                </a:cubicBezTo>
                <a:close/>
                <a:moveTo>
                  <a:pt x="907" y="1326"/>
                </a:moveTo>
                <a:cubicBezTo>
                  <a:pt x="813" y="1251"/>
                  <a:pt x="813" y="1251"/>
                  <a:pt x="813" y="1251"/>
                </a:cubicBezTo>
                <a:cubicBezTo>
                  <a:pt x="863" y="1219"/>
                  <a:pt x="863" y="1219"/>
                  <a:pt x="863" y="1219"/>
                </a:cubicBezTo>
                <a:cubicBezTo>
                  <a:pt x="865" y="1224"/>
                  <a:pt x="870" y="1226"/>
                  <a:pt x="875" y="1226"/>
                </a:cubicBezTo>
                <a:cubicBezTo>
                  <a:pt x="876" y="1226"/>
                  <a:pt x="877" y="1226"/>
                  <a:pt x="879" y="1226"/>
                </a:cubicBezTo>
                <a:cubicBezTo>
                  <a:pt x="910" y="1323"/>
                  <a:pt x="910" y="1323"/>
                  <a:pt x="910" y="1323"/>
                </a:cubicBezTo>
                <a:cubicBezTo>
                  <a:pt x="909" y="1324"/>
                  <a:pt x="908" y="1325"/>
                  <a:pt x="907" y="1326"/>
                </a:cubicBezTo>
                <a:close/>
                <a:moveTo>
                  <a:pt x="263" y="1117"/>
                </a:moveTo>
                <a:cubicBezTo>
                  <a:pt x="263" y="1115"/>
                  <a:pt x="263" y="1114"/>
                  <a:pt x="262" y="1113"/>
                </a:cubicBezTo>
                <a:cubicBezTo>
                  <a:pt x="346" y="1052"/>
                  <a:pt x="346" y="1052"/>
                  <a:pt x="346" y="1052"/>
                </a:cubicBezTo>
                <a:cubicBezTo>
                  <a:pt x="349" y="1056"/>
                  <a:pt x="353" y="1058"/>
                  <a:pt x="358" y="1058"/>
                </a:cubicBezTo>
                <a:cubicBezTo>
                  <a:pt x="359" y="1058"/>
                  <a:pt x="361" y="1058"/>
                  <a:pt x="362" y="1057"/>
                </a:cubicBezTo>
                <a:cubicBezTo>
                  <a:pt x="383" y="1111"/>
                  <a:pt x="383" y="1111"/>
                  <a:pt x="383" y="1111"/>
                </a:cubicBezTo>
                <a:lnTo>
                  <a:pt x="263" y="1117"/>
                </a:lnTo>
                <a:close/>
                <a:moveTo>
                  <a:pt x="258" y="1108"/>
                </a:moveTo>
                <a:cubicBezTo>
                  <a:pt x="300" y="996"/>
                  <a:pt x="300" y="996"/>
                  <a:pt x="300" y="996"/>
                </a:cubicBezTo>
                <a:cubicBezTo>
                  <a:pt x="345" y="1033"/>
                  <a:pt x="345" y="1033"/>
                  <a:pt x="345" y="1033"/>
                </a:cubicBezTo>
                <a:cubicBezTo>
                  <a:pt x="343" y="1036"/>
                  <a:pt x="343" y="1039"/>
                  <a:pt x="343" y="1042"/>
                </a:cubicBezTo>
                <a:cubicBezTo>
                  <a:pt x="343" y="1045"/>
                  <a:pt x="343" y="1048"/>
                  <a:pt x="345" y="1050"/>
                </a:cubicBezTo>
                <a:cubicBezTo>
                  <a:pt x="261" y="1111"/>
                  <a:pt x="261" y="1111"/>
                  <a:pt x="261" y="1111"/>
                </a:cubicBezTo>
                <a:cubicBezTo>
                  <a:pt x="260" y="1110"/>
                  <a:pt x="259" y="1109"/>
                  <a:pt x="258" y="1108"/>
                </a:cubicBezTo>
                <a:close/>
                <a:moveTo>
                  <a:pt x="383" y="429"/>
                </a:moveTo>
                <a:cubicBezTo>
                  <a:pt x="362" y="483"/>
                  <a:pt x="362" y="483"/>
                  <a:pt x="362" y="483"/>
                </a:cubicBezTo>
                <a:cubicBezTo>
                  <a:pt x="361" y="482"/>
                  <a:pt x="359" y="482"/>
                  <a:pt x="358" y="482"/>
                </a:cubicBezTo>
                <a:cubicBezTo>
                  <a:pt x="353" y="482"/>
                  <a:pt x="349" y="484"/>
                  <a:pt x="346" y="488"/>
                </a:cubicBezTo>
                <a:cubicBezTo>
                  <a:pt x="262" y="427"/>
                  <a:pt x="262" y="427"/>
                  <a:pt x="262" y="427"/>
                </a:cubicBezTo>
                <a:cubicBezTo>
                  <a:pt x="263" y="426"/>
                  <a:pt x="263" y="425"/>
                  <a:pt x="263" y="423"/>
                </a:cubicBezTo>
                <a:lnTo>
                  <a:pt x="383" y="429"/>
                </a:lnTo>
                <a:close/>
                <a:moveTo>
                  <a:pt x="915" y="218"/>
                </a:moveTo>
                <a:cubicBezTo>
                  <a:pt x="916" y="218"/>
                  <a:pt x="916" y="218"/>
                  <a:pt x="917" y="218"/>
                </a:cubicBezTo>
                <a:cubicBezTo>
                  <a:pt x="949" y="333"/>
                  <a:pt x="949" y="333"/>
                  <a:pt x="949" y="333"/>
                </a:cubicBezTo>
                <a:cubicBezTo>
                  <a:pt x="890" y="329"/>
                  <a:pt x="890" y="329"/>
                  <a:pt x="890" y="329"/>
                </a:cubicBezTo>
                <a:cubicBezTo>
                  <a:pt x="890" y="323"/>
                  <a:pt x="886" y="318"/>
                  <a:pt x="881" y="315"/>
                </a:cubicBezTo>
                <a:cubicBezTo>
                  <a:pt x="913" y="218"/>
                  <a:pt x="913" y="218"/>
                  <a:pt x="913" y="218"/>
                </a:cubicBezTo>
                <a:cubicBezTo>
                  <a:pt x="914" y="218"/>
                  <a:pt x="914" y="218"/>
                  <a:pt x="915" y="218"/>
                </a:cubicBezTo>
                <a:close/>
                <a:moveTo>
                  <a:pt x="1251" y="406"/>
                </a:moveTo>
                <a:cubicBezTo>
                  <a:pt x="1282" y="427"/>
                  <a:pt x="1282" y="427"/>
                  <a:pt x="1282" y="427"/>
                </a:cubicBezTo>
                <a:cubicBezTo>
                  <a:pt x="1265" y="495"/>
                  <a:pt x="1265" y="495"/>
                  <a:pt x="1265" y="495"/>
                </a:cubicBezTo>
                <a:cubicBezTo>
                  <a:pt x="1246" y="411"/>
                  <a:pt x="1246" y="411"/>
                  <a:pt x="1246" y="411"/>
                </a:cubicBezTo>
                <a:cubicBezTo>
                  <a:pt x="1248" y="410"/>
                  <a:pt x="1250" y="408"/>
                  <a:pt x="1251" y="406"/>
                </a:cubicBezTo>
                <a:close/>
                <a:moveTo>
                  <a:pt x="1242" y="411"/>
                </a:moveTo>
                <a:cubicBezTo>
                  <a:pt x="1243" y="411"/>
                  <a:pt x="1243" y="411"/>
                  <a:pt x="1243" y="411"/>
                </a:cubicBezTo>
                <a:cubicBezTo>
                  <a:pt x="1263" y="500"/>
                  <a:pt x="1263" y="500"/>
                  <a:pt x="1263" y="500"/>
                </a:cubicBezTo>
                <a:cubicBezTo>
                  <a:pt x="1213" y="695"/>
                  <a:pt x="1213" y="695"/>
                  <a:pt x="1213" y="695"/>
                </a:cubicBezTo>
                <a:cubicBezTo>
                  <a:pt x="1077" y="605"/>
                  <a:pt x="1077" y="605"/>
                  <a:pt x="1077" y="605"/>
                </a:cubicBezTo>
                <a:cubicBezTo>
                  <a:pt x="1037" y="550"/>
                  <a:pt x="1037" y="550"/>
                  <a:pt x="1037" y="550"/>
                </a:cubicBezTo>
                <a:cubicBezTo>
                  <a:pt x="1233" y="407"/>
                  <a:pt x="1233" y="407"/>
                  <a:pt x="1233" y="407"/>
                </a:cubicBezTo>
                <a:cubicBezTo>
                  <a:pt x="1235" y="410"/>
                  <a:pt x="1239" y="411"/>
                  <a:pt x="1242" y="411"/>
                </a:cubicBezTo>
                <a:close/>
                <a:moveTo>
                  <a:pt x="1195" y="754"/>
                </a:moveTo>
                <a:cubicBezTo>
                  <a:pt x="1192" y="754"/>
                  <a:pt x="1189" y="755"/>
                  <a:pt x="1187" y="756"/>
                </a:cubicBezTo>
                <a:cubicBezTo>
                  <a:pt x="1080" y="609"/>
                  <a:pt x="1080" y="609"/>
                  <a:pt x="1080" y="609"/>
                </a:cubicBezTo>
                <a:cubicBezTo>
                  <a:pt x="1212" y="697"/>
                  <a:pt x="1212" y="697"/>
                  <a:pt x="1212" y="697"/>
                </a:cubicBezTo>
                <a:cubicBezTo>
                  <a:pt x="1197" y="754"/>
                  <a:pt x="1197" y="754"/>
                  <a:pt x="1197" y="754"/>
                </a:cubicBezTo>
                <a:cubicBezTo>
                  <a:pt x="1196" y="754"/>
                  <a:pt x="1196" y="754"/>
                  <a:pt x="1195" y="754"/>
                </a:cubicBezTo>
                <a:close/>
                <a:moveTo>
                  <a:pt x="1184" y="758"/>
                </a:moveTo>
                <a:cubicBezTo>
                  <a:pt x="1182" y="761"/>
                  <a:pt x="1180" y="764"/>
                  <a:pt x="1180" y="768"/>
                </a:cubicBezTo>
                <a:cubicBezTo>
                  <a:pt x="1016" y="768"/>
                  <a:pt x="1016" y="768"/>
                  <a:pt x="1016" y="768"/>
                </a:cubicBezTo>
                <a:cubicBezTo>
                  <a:pt x="1016" y="576"/>
                  <a:pt x="1016" y="576"/>
                  <a:pt x="1016" y="576"/>
                </a:cubicBezTo>
                <a:cubicBezTo>
                  <a:pt x="1018" y="575"/>
                  <a:pt x="1021" y="574"/>
                  <a:pt x="1022" y="571"/>
                </a:cubicBezTo>
                <a:cubicBezTo>
                  <a:pt x="1072" y="604"/>
                  <a:pt x="1072" y="604"/>
                  <a:pt x="1072" y="604"/>
                </a:cubicBezTo>
                <a:lnTo>
                  <a:pt x="1184" y="758"/>
                </a:lnTo>
                <a:close/>
                <a:moveTo>
                  <a:pt x="1007" y="968"/>
                </a:moveTo>
                <a:cubicBezTo>
                  <a:pt x="746" y="779"/>
                  <a:pt x="746" y="779"/>
                  <a:pt x="746" y="779"/>
                </a:cubicBezTo>
                <a:cubicBezTo>
                  <a:pt x="747" y="776"/>
                  <a:pt x="747" y="774"/>
                  <a:pt x="748" y="772"/>
                </a:cubicBezTo>
                <a:cubicBezTo>
                  <a:pt x="1013" y="772"/>
                  <a:pt x="1013" y="772"/>
                  <a:pt x="1013" y="772"/>
                </a:cubicBezTo>
                <a:cubicBezTo>
                  <a:pt x="1013" y="964"/>
                  <a:pt x="1013" y="964"/>
                  <a:pt x="1013" y="964"/>
                </a:cubicBezTo>
                <a:cubicBezTo>
                  <a:pt x="1011" y="965"/>
                  <a:pt x="1008" y="966"/>
                  <a:pt x="1007" y="968"/>
                </a:cubicBezTo>
                <a:close/>
                <a:moveTo>
                  <a:pt x="1013" y="576"/>
                </a:moveTo>
                <a:cubicBezTo>
                  <a:pt x="1013" y="768"/>
                  <a:pt x="1013" y="768"/>
                  <a:pt x="1013" y="768"/>
                </a:cubicBezTo>
                <a:cubicBezTo>
                  <a:pt x="748" y="768"/>
                  <a:pt x="748" y="768"/>
                  <a:pt x="748" y="768"/>
                </a:cubicBezTo>
                <a:cubicBezTo>
                  <a:pt x="747" y="766"/>
                  <a:pt x="747" y="764"/>
                  <a:pt x="746" y="761"/>
                </a:cubicBezTo>
                <a:cubicBezTo>
                  <a:pt x="1007" y="572"/>
                  <a:pt x="1007" y="572"/>
                  <a:pt x="1007" y="572"/>
                </a:cubicBezTo>
                <a:cubicBezTo>
                  <a:pt x="1008" y="574"/>
                  <a:pt x="1011" y="575"/>
                  <a:pt x="1013" y="576"/>
                </a:cubicBezTo>
                <a:close/>
                <a:moveTo>
                  <a:pt x="1005" y="570"/>
                </a:moveTo>
                <a:cubicBezTo>
                  <a:pt x="744" y="760"/>
                  <a:pt x="744" y="760"/>
                  <a:pt x="744" y="760"/>
                </a:cubicBezTo>
                <a:cubicBezTo>
                  <a:pt x="743" y="758"/>
                  <a:pt x="741" y="756"/>
                  <a:pt x="739" y="755"/>
                </a:cubicBezTo>
                <a:cubicBezTo>
                  <a:pt x="820" y="503"/>
                  <a:pt x="820" y="503"/>
                  <a:pt x="820" y="503"/>
                </a:cubicBezTo>
                <a:cubicBezTo>
                  <a:pt x="1004" y="563"/>
                  <a:pt x="1004" y="563"/>
                  <a:pt x="1004" y="563"/>
                </a:cubicBezTo>
                <a:cubicBezTo>
                  <a:pt x="1004" y="564"/>
                  <a:pt x="1004" y="564"/>
                  <a:pt x="1004" y="565"/>
                </a:cubicBezTo>
                <a:cubicBezTo>
                  <a:pt x="1004" y="567"/>
                  <a:pt x="1005" y="568"/>
                  <a:pt x="1005" y="570"/>
                </a:cubicBezTo>
                <a:close/>
                <a:moveTo>
                  <a:pt x="736" y="754"/>
                </a:moveTo>
                <a:cubicBezTo>
                  <a:pt x="734" y="753"/>
                  <a:pt x="733" y="753"/>
                  <a:pt x="732" y="753"/>
                </a:cubicBezTo>
                <a:cubicBezTo>
                  <a:pt x="731" y="753"/>
                  <a:pt x="729" y="753"/>
                  <a:pt x="728" y="754"/>
                </a:cubicBezTo>
                <a:cubicBezTo>
                  <a:pt x="629" y="448"/>
                  <a:pt x="629" y="448"/>
                  <a:pt x="629" y="448"/>
                </a:cubicBezTo>
                <a:cubicBezTo>
                  <a:pt x="631" y="447"/>
                  <a:pt x="632" y="445"/>
                  <a:pt x="633" y="442"/>
                </a:cubicBezTo>
                <a:cubicBezTo>
                  <a:pt x="817" y="502"/>
                  <a:pt x="817" y="502"/>
                  <a:pt x="817" y="502"/>
                </a:cubicBezTo>
                <a:lnTo>
                  <a:pt x="736" y="754"/>
                </a:lnTo>
                <a:close/>
                <a:moveTo>
                  <a:pt x="624" y="449"/>
                </a:moveTo>
                <a:cubicBezTo>
                  <a:pt x="625" y="449"/>
                  <a:pt x="626" y="449"/>
                  <a:pt x="626" y="449"/>
                </a:cubicBezTo>
                <a:cubicBezTo>
                  <a:pt x="726" y="754"/>
                  <a:pt x="726" y="754"/>
                  <a:pt x="726" y="754"/>
                </a:cubicBezTo>
                <a:cubicBezTo>
                  <a:pt x="723" y="756"/>
                  <a:pt x="721" y="757"/>
                  <a:pt x="720" y="759"/>
                </a:cubicBezTo>
                <a:cubicBezTo>
                  <a:pt x="505" y="604"/>
                  <a:pt x="505" y="604"/>
                  <a:pt x="505" y="604"/>
                </a:cubicBezTo>
                <a:cubicBezTo>
                  <a:pt x="619" y="447"/>
                  <a:pt x="619" y="447"/>
                  <a:pt x="619" y="447"/>
                </a:cubicBezTo>
                <a:cubicBezTo>
                  <a:pt x="620" y="448"/>
                  <a:pt x="622" y="449"/>
                  <a:pt x="624" y="449"/>
                </a:cubicBezTo>
                <a:close/>
                <a:moveTo>
                  <a:pt x="718" y="762"/>
                </a:moveTo>
                <a:cubicBezTo>
                  <a:pt x="717" y="764"/>
                  <a:pt x="716" y="766"/>
                  <a:pt x="716" y="769"/>
                </a:cubicBezTo>
                <a:cubicBezTo>
                  <a:pt x="393" y="769"/>
                  <a:pt x="393" y="769"/>
                  <a:pt x="393" y="769"/>
                </a:cubicBezTo>
                <a:cubicBezTo>
                  <a:pt x="393" y="766"/>
                  <a:pt x="392" y="764"/>
                  <a:pt x="390" y="762"/>
                </a:cubicBezTo>
                <a:cubicBezTo>
                  <a:pt x="504" y="606"/>
                  <a:pt x="504" y="606"/>
                  <a:pt x="504" y="606"/>
                </a:cubicBezTo>
                <a:lnTo>
                  <a:pt x="718" y="762"/>
                </a:lnTo>
                <a:close/>
                <a:moveTo>
                  <a:pt x="373" y="769"/>
                </a:moveTo>
                <a:cubicBezTo>
                  <a:pt x="359" y="769"/>
                  <a:pt x="359" y="769"/>
                  <a:pt x="359" y="769"/>
                </a:cubicBezTo>
                <a:cubicBezTo>
                  <a:pt x="359" y="710"/>
                  <a:pt x="359" y="710"/>
                  <a:pt x="359" y="710"/>
                </a:cubicBezTo>
                <a:cubicBezTo>
                  <a:pt x="378" y="760"/>
                  <a:pt x="378" y="760"/>
                  <a:pt x="378" y="760"/>
                </a:cubicBezTo>
                <a:cubicBezTo>
                  <a:pt x="375" y="762"/>
                  <a:pt x="373" y="765"/>
                  <a:pt x="373" y="769"/>
                </a:cubicBezTo>
                <a:close/>
                <a:moveTo>
                  <a:pt x="359" y="771"/>
                </a:moveTo>
                <a:cubicBezTo>
                  <a:pt x="373" y="771"/>
                  <a:pt x="373" y="771"/>
                  <a:pt x="373" y="771"/>
                </a:cubicBezTo>
                <a:cubicBezTo>
                  <a:pt x="373" y="775"/>
                  <a:pt x="375" y="778"/>
                  <a:pt x="378" y="780"/>
                </a:cubicBezTo>
                <a:cubicBezTo>
                  <a:pt x="359" y="830"/>
                  <a:pt x="359" y="830"/>
                  <a:pt x="359" y="830"/>
                </a:cubicBezTo>
                <a:lnTo>
                  <a:pt x="359" y="771"/>
                </a:lnTo>
                <a:close/>
                <a:moveTo>
                  <a:pt x="388" y="761"/>
                </a:moveTo>
                <a:cubicBezTo>
                  <a:pt x="387" y="760"/>
                  <a:pt x="385" y="759"/>
                  <a:pt x="383" y="759"/>
                </a:cubicBezTo>
                <a:cubicBezTo>
                  <a:pt x="382" y="759"/>
                  <a:pt x="381" y="759"/>
                  <a:pt x="380" y="760"/>
                </a:cubicBezTo>
                <a:cubicBezTo>
                  <a:pt x="359" y="703"/>
                  <a:pt x="359" y="703"/>
                  <a:pt x="359" y="703"/>
                </a:cubicBezTo>
                <a:cubicBezTo>
                  <a:pt x="359" y="514"/>
                  <a:pt x="359" y="514"/>
                  <a:pt x="359" y="514"/>
                </a:cubicBezTo>
                <a:cubicBezTo>
                  <a:pt x="363" y="514"/>
                  <a:pt x="367" y="512"/>
                  <a:pt x="369" y="508"/>
                </a:cubicBezTo>
                <a:cubicBezTo>
                  <a:pt x="502" y="605"/>
                  <a:pt x="502" y="605"/>
                  <a:pt x="502" y="605"/>
                </a:cubicBezTo>
                <a:lnTo>
                  <a:pt x="388" y="761"/>
                </a:lnTo>
                <a:close/>
                <a:moveTo>
                  <a:pt x="359" y="1026"/>
                </a:moveTo>
                <a:cubicBezTo>
                  <a:pt x="359" y="837"/>
                  <a:pt x="359" y="837"/>
                  <a:pt x="359" y="837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1" y="781"/>
                  <a:pt x="382" y="781"/>
                  <a:pt x="383" y="781"/>
                </a:cubicBezTo>
                <a:cubicBezTo>
                  <a:pt x="385" y="781"/>
                  <a:pt x="387" y="780"/>
                  <a:pt x="388" y="779"/>
                </a:cubicBezTo>
                <a:cubicBezTo>
                  <a:pt x="502" y="935"/>
                  <a:pt x="502" y="935"/>
                  <a:pt x="502" y="935"/>
                </a:cubicBezTo>
                <a:cubicBezTo>
                  <a:pt x="369" y="1032"/>
                  <a:pt x="369" y="1032"/>
                  <a:pt x="369" y="1032"/>
                </a:cubicBezTo>
                <a:cubicBezTo>
                  <a:pt x="367" y="1028"/>
                  <a:pt x="363" y="1026"/>
                  <a:pt x="359" y="1026"/>
                </a:cubicBezTo>
                <a:close/>
                <a:moveTo>
                  <a:pt x="390" y="778"/>
                </a:moveTo>
                <a:cubicBezTo>
                  <a:pt x="392" y="776"/>
                  <a:pt x="393" y="774"/>
                  <a:pt x="393" y="771"/>
                </a:cubicBezTo>
                <a:cubicBezTo>
                  <a:pt x="716" y="771"/>
                  <a:pt x="716" y="771"/>
                  <a:pt x="716" y="771"/>
                </a:cubicBezTo>
                <a:cubicBezTo>
                  <a:pt x="716" y="774"/>
                  <a:pt x="717" y="776"/>
                  <a:pt x="718" y="778"/>
                </a:cubicBezTo>
                <a:cubicBezTo>
                  <a:pt x="504" y="934"/>
                  <a:pt x="504" y="934"/>
                  <a:pt x="504" y="934"/>
                </a:cubicBezTo>
                <a:lnTo>
                  <a:pt x="390" y="778"/>
                </a:lnTo>
                <a:close/>
                <a:moveTo>
                  <a:pt x="720" y="781"/>
                </a:moveTo>
                <a:cubicBezTo>
                  <a:pt x="721" y="783"/>
                  <a:pt x="723" y="784"/>
                  <a:pt x="726" y="786"/>
                </a:cubicBezTo>
                <a:cubicBezTo>
                  <a:pt x="626" y="1091"/>
                  <a:pt x="626" y="1091"/>
                  <a:pt x="626" y="1091"/>
                </a:cubicBezTo>
                <a:cubicBezTo>
                  <a:pt x="626" y="1091"/>
                  <a:pt x="625" y="1091"/>
                  <a:pt x="624" y="1091"/>
                </a:cubicBezTo>
                <a:cubicBezTo>
                  <a:pt x="622" y="1091"/>
                  <a:pt x="620" y="1092"/>
                  <a:pt x="619" y="1093"/>
                </a:cubicBezTo>
                <a:cubicBezTo>
                  <a:pt x="505" y="936"/>
                  <a:pt x="505" y="936"/>
                  <a:pt x="505" y="936"/>
                </a:cubicBezTo>
                <a:lnTo>
                  <a:pt x="720" y="781"/>
                </a:lnTo>
                <a:close/>
                <a:moveTo>
                  <a:pt x="629" y="1092"/>
                </a:moveTo>
                <a:cubicBezTo>
                  <a:pt x="728" y="786"/>
                  <a:pt x="728" y="786"/>
                  <a:pt x="728" y="786"/>
                </a:cubicBezTo>
                <a:cubicBezTo>
                  <a:pt x="729" y="787"/>
                  <a:pt x="731" y="787"/>
                  <a:pt x="732" y="787"/>
                </a:cubicBezTo>
                <a:cubicBezTo>
                  <a:pt x="733" y="787"/>
                  <a:pt x="734" y="787"/>
                  <a:pt x="736" y="786"/>
                </a:cubicBezTo>
                <a:cubicBezTo>
                  <a:pt x="817" y="1038"/>
                  <a:pt x="817" y="1038"/>
                  <a:pt x="817" y="1038"/>
                </a:cubicBezTo>
                <a:cubicBezTo>
                  <a:pt x="633" y="1098"/>
                  <a:pt x="633" y="1098"/>
                  <a:pt x="633" y="1098"/>
                </a:cubicBezTo>
                <a:cubicBezTo>
                  <a:pt x="632" y="1095"/>
                  <a:pt x="631" y="1093"/>
                  <a:pt x="629" y="1092"/>
                </a:cubicBezTo>
                <a:close/>
                <a:moveTo>
                  <a:pt x="739" y="785"/>
                </a:moveTo>
                <a:cubicBezTo>
                  <a:pt x="741" y="784"/>
                  <a:pt x="743" y="782"/>
                  <a:pt x="744" y="780"/>
                </a:cubicBezTo>
                <a:cubicBezTo>
                  <a:pt x="1005" y="970"/>
                  <a:pt x="1005" y="970"/>
                  <a:pt x="1005" y="970"/>
                </a:cubicBezTo>
                <a:cubicBezTo>
                  <a:pt x="1005" y="972"/>
                  <a:pt x="1004" y="973"/>
                  <a:pt x="1004" y="975"/>
                </a:cubicBezTo>
                <a:cubicBezTo>
                  <a:pt x="1004" y="976"/>
                  <a:pt x="1004" y="976"/>
                  <a:pt x="1004" y="977"/>
                </a:cubicBezTo>
                <a:cubicBezTo>
                  <a:pt x="820" y="1037"/>
                  <a:pt x="820" y="1037"/>
                  <a:pt x="820" y="1037"/>
                </a:cubicBezTo>
                <a:lnTo>
                  <a:pt x="739" y="785"/>
                </a:lnTo>
                <a:close/>
                <a:moveTo>
                  <a:pt x="1016" y="964"/>
                </a:moveTo>
                <a:cubicBezTo>
                  <a:pt x="1016" y="772"/>
                  <a:pt x="1016" y="772"/>
                  <a:pt x="1016" y="772"/>
                </a:cubicBezTo>
                <a:cubicBezTo>
                  <a:pt x="1180" y="772"/>
                  <a:pt x="1180" y="772"/>
                  <a:pt x="1180" y="772"/>
                </a:cubicBezTo>
                <a:cubicBezTo>
                  <a:pt x="1180" y="776"/>
                  <a:pt x="1182" y="779"/>
                  <a:pt x="1184" y="782"/>
                </a:cubicBezTo>
                <a:cubicBezTo>
                  <a:pt x="1072" y="936"/>
                  <a:pt x="1072" y="936"/>
                  <a:pt x="1072" y="936"/>
                </a:cubicBezTo>
                <a:cubicBezTo>
                  <a:pt x="1022" y="969"/>
                  <a:pt x="1022" y="969"/>
                  <a:pt x="1022" y="969"/>
                </a:cubicBezTo>
                <a:cubicBezTo>
                  <a:pt x="1021" y="966"/>
                  <a:pt x="1018" y="965"/>
                  <a:pt x="1016" y="964"/>
                </a:cubicBezTo>
                <a:close/>
                <a:moveTo>
                  <a:pt x="1187" y="784"/>
                </a:moveTo>
                <a:cubicBezTo>
                  <a:pt x="1189" y="785"/>
                  <a:pt x="1192" y="786"/>
                  <a:pt x="1195" y="786"/>
                </a:cubicBezTo>
                <a:cubicBezTo>
                  <a:pt x="1196" y="786"/>
                  <a:pt x="1196" y="786"/>
                  <a:pt x="1197" y="786"/>
                </a:cubicBezTo>
                <a:cubicBezTo>
                  <a:pt x="1212" y="843"/>
                  <a:pt x="1212" y="843"/>
                  <a:pt x="1212" y="843"/>
                </a:cubicBezTo>
                <a:cubicBezTo>
                  <a:pt x="1080" y="931"/>
                  <a:pt x="1080" y="931"/>
                  <a:pt x="1080" y="931"/>
                </a:cubicBezTo>
                <a:lnTo>
                  <a:pt x="1187" y="784"/>
                </a:lnTo>
                <a:close/>
                <a:moveTo>
                  <a:pt x="1200" y="785"/>
                </a:moveTo>
                <a:cubicBezTo>
                  <a:pt x="1205" y="783"/>
                  <a:pt x="1209" y="778"/>
                  <a:pt x="1210" y="772"/>
                </a:cubicBezTo>
                <a:cubicBezTo>
                  <a:pt x="1314" y="771"/>
                  <a:pt x="1314" y="771"/>
                  <a:pt x="1314" y="771"/>
                </a:cubicBezTo>
                <a:cubicBezTo>
                  <a:pt x="1314" y="773"/>
                  <a:pt x="1314" y="774"/>
                  <a:pt x="1315" y="775"/>
                </a:cubicBezTo>
                <a:cubicBezTo>
                  <a:pt x="1215" y="841"/>
                  <a:pt x="1215" y="841"/>
                  <a:pt x="1215" y="841"/>
                </a:cubicBezTo>
                <a:lnTo>
                  <a:pt x="1200" y="785"/>
                </a:lnTo>
                <a:close/>
                <a:moveTo>
                  <a:pt x="1314" y="768"/>
                </a:moveTo>
                <a:cubicBezTo>
                  <a:pt x="1210" y="768"/>
                  <a:pt x="1210" y="768"/>
                  <a:pt x="1210" y="768"/>
                </a:cubicBezTo>
                <a:cubicBezTo>
                  <a:pt x="1209" y="762"/>
                  <a:pt x="1205" y="757"/>
                  <a:pt x="1200" y="755"/>
                </a:cubicBezTo>
                <a:cubicBezTo>
                  <a:pt x="1215" y="699"/>
                  <a:pt x="1215" y="699"/>
                  <a:pt x="1215" y="699"/>
                </a:cubicBezTo>
                <a:cubicBezTo>
                  <a:pt x="1315" y="765"/>
                  <a:pt x="1315" y="765"/>
                  <a:pt x="1315" y="765"/>
                </a:cubicBezTo>
                <a:cubicBezTo>
                  <a:pt x="1314" y="766"/>
                  <a:pt x="1314" y="767"/>
                  <a:pt x="1314" y="768"/>
                </a:cubicBezTo>
                <a:close/>
                <a:moveTo>
                  <a:pt x="1069" y="600"/>
                </a:moveTo>
                <a:cubicBezTo>
                  <a:pt x="1023" y="570"/>
                  <a:pt x="1023" y="570"/>
                  <a:pt x="1023" y="570"/>
                </a:cubicBezTo>
                <a:cubicBezTo>
                  <a:pt x="1024" y="568"/>
                  <a:pt x="1024" y="567"/>
                  <a:pt x="1024" y="565"/>
                </a:cubicBezTo>
                <a:cubicBezTo>
                  <a:pt x="1024" y="563"/>
                  <a:pt x="1024" y="561"/>
                  <a:pt x="1023" y="560"/>
                </a:cubicBezTo>
                <a:cubicBezTo>
                  <a:pt x="1034" y="552"/>
                  <a:pt x="1034" y="552"/>
                  <a:pt x="1034" y="552"/>
                </a:cubicBezTo>
                <a:lnTo>
                  <a:pt x="1069" y="600"/>
                </a:lnTo>
                <a:close/>
                <a:moveTo>
                  <a:pt x="1022" y="558"/>
                </a:moveTo>
                <a:cubicBezTo>
                  <a:pt x="1020" y="556"/>
                  <a:pt x="1018" y="554"/>
                  <a:pt x="1014" y="554"/>
                </a:cubicBezTo>
                <a:cubicBezTo>
                  <a:pt x="1014" y="554"/>
                  <a:pt x="1013" y="554"/>
                  <a:pt x="1013" y="554"/>
                </a:cubicBezTo>
                <a:cubicBezTo>
                  <a:pt x="998" y="502"/>
                  <a:pt x="998" y="502"/>
                  <a:pt x="998" y="502"/>
                </a:cubicBezTo>
                <a:cubicBezTo>
                  <a:pt x="1033" y="550"/>
                  <a:pt x="1033" y="550"/>
                  <a:pt x="1033" y="550"/>
                </a:cubicBezTo>
                <a:lnTo>
                  <a:pt x="1022" y="558"/>
                </a:lnTo>
                <a:close/>
                <a:moveTo>
                  <a:pt x="1010" y="555"/>
                </a:moveTo>
                <a:cubicBezTo>
                  <a:pt x="1008" y="556"/>
                  <a:pt x="1006" y="558"/>
                  <a:pt x="1005" y="561"/>
                </a:cubicBezTo>
                <a:cubicBezTo>
                  <a:pt x="821" y="501"/>
                  <a:pt x="821" y="501"/>
                  <a:pt x="821" y="501"/>
                </a:cubicBezTo>
                <a:cubicBezTo>
                  <a:pt x="871" y="346"/>
                  <a:pt x="871" y="346"/>
                  <a:pt x="871" y="346"/>
                </a:cubicBezTo>
                <a:cubicBezTo>
                  <a:pt x="873" y="346"/>
                  <a:pt x="874" y="346"/>
                  <a:pt x="875" y="346"/>
                </a:cubicBezTo>
                <a:cubicBezTo>
                  <a:pt x="878" y="346"/>
                  <a:pt x="881" y="345"/>
                  <a:pt x="883" y="344"/>
                </a:cubicBezTo>
                <a:cubicBezTo>
                  <a:pt x="994" y="497"/>
                  <a:pt x="994" y="497"/>
                  <a:pt x="994" y="497"/>
                </a:cubicBezTo>
                <a:lnTo>
                  <a:pt x="1010" y="555"/>
                </a:lnTo>
                <a:close/>
                <a:moveTo>
                  <a:pt x="885" y="342"/>
                </a:moveTo>
                <a:cubicBezTo>
                  <a:pt x="888" y="339"/>
                  <a:pt x="889" y="336"/>
                  <a:pt x="890" y="332"/>
                </a:cubicBezTo>
                <a:cubicBezTo>
                  <a:pt x="950" y="336"/>
                  <a:pt x="950" y="336"/>
                  <a:pt x="950" y="336"/>
                </a:cubicBezTo>
                <a:cubicBezTo>
                  <a:pt x="992" y="488"/>
                  <a:pt x="992" y="488"/>
                  <a:pt x="992" y="488"/>
                </a:cubicBezTo>
                <a:lnTo>
                  <a:pt x="885" y="342"/>
                </a:lnTo>
                <a:close/>
                <a:moveTo>
                  <a:pt x="910" y="217"/>
                </a:moveTo>
                <a:cubicBezTo>
                  <a:pt x="879" y="314"/>
                  <a:pt x="879" y="314"/>
                  <a:pt x="879" y="314"/>
                </a:cubicBezTo>
                <a:cubicBezTo>
                  <a:pt x="877" y="314"/>
                  <a:pt x="876" y="314"/>
                  <a:pt x="875" y="314"/>
                </a:cubicBezTo>
                <a:cubicBezTo>
                  <a:pt x="870" y="314"/>
                  <a:pt x="865" y="316"/>
                  <a:pt x="863" y="321"/>
                </a:cubicBezTo>
                <a:cubicBezTo>
                  <a:pt x="813" y="289"/>
                  <a:pt x="813" y="289"/>
                  <a:pt x="813" y="289"/>
                </a:cubicBezTo>
                <a:cubicBezTo>
                  <a:pt x="907" y="214"/>
                  <a:pt x="907" y="214"/>
                  <a:pt x="907" y="214"/>
                </a:cubicBezTo>
                <a:cubicBezTo>
                  <a:pt x="908" y="215"/>
                  <a:pt x="909" y="216"/>
                  <a:pt x="910" y="217"/>
                </a:cubicBezTo>
                <a:close/>
                <a:moveTo>
                  <a:pt x="861" y="323"/>
                </a:moveTo>
                <a:cubicBezTo>
                  <a:pt x="860" y="325"/>
                  <a:pt x="860" y="327"/>
                  <a:pt x="860" y="330"/>
                </a:cubicBezTo>
                <a:cubicBezTo>
                  <a:pt x="860" y="331"/>
                  <a:pt x="860" y="332"/>
                  <a:pt x="860" y="333"/>
                </a:cubicBezTo>
                <a:cubicBezTo>
                  <a:pt x="687" y="389"/>
                  <a:pt x="687" y="389"/>
                  <a:pt x="687" y="389"/>
                </a:cubicBezTo>
                <a:cubicBezTo>
                  <a:pt x="811" y="291"/>
                  <a:pt x="811" y="291"/>
                  <a:pt x="811" y="291"/>
                </a:cubicBezTo>
                <a:lnTo>
                  <a:pt x="861" y="323"/>
                </a:lnTo>
                <a:close/>
                <a:moveTo>
                  <a:pt x="861" y="336"/>
                </a:moveTo>
                <a:cubicBezTo>
                  <a:pt x="862" y="340"/>
                  <a:pt x="865" y="343"/>
                  <a:pt x="869" y="345"/>
                </a:cubicBezTo>
                <a:cubicBezTo>
                  <a:pt x="818" y="500"/>
                  <a:pt x="818" y="500"/>
                  <a:pt x="818" y="500"/>
                </a:cubicBezTo>
                <a:cubicBezTo>
                  <a:pt x="634" y="440"/>
                  <a:pt x="634" y="440"/>
                  <a:pt x="634" y="440"/>
                </a:cubicBezTo>
                <a:cubicBezTo>
                  <a:pt x="634" y="439"/>
                  <a:pt x="634" y="439"/>
                  <a:pt x="634" y="438"/>
                </a:cubicBezTo>
                <a:cubicBezTo>
                  <a:pt x="634" y="436"/>
                  <a:pt x="634" y="434"/>
                  <a:pt x="633" y="433"/>
                </a:cubicBezTo>
                <a:cubicBezTo>
                  <a:pt x="680" y="395"/>
                  <a:pt x="680" y="395"/>
                  <a:pt x="680" y="395"/>
                </a:cubicBezTo>
                <a:lnTo>
                  <a:pt x="861" y="336"/>
                </a:lnTo>
                <a:close/>
                <a:moveTo>
                  <a:pt x="632" y="431"/>
                </a:moveTo>
                <a:cubicBezTo>
                  <a:pt x="630" y="429"/>
                  <a:pt x="627" y="427"/>
                  <a:pt x="624" y="427"/>
                </a:cubicBezTo>
                <a:cubicBezTo>
                  <a:pt x="623" y="427"/>
                  <a:pt x="623" y="427"/>
                  <a:pt x="622" y="428"/>
                </a:cubicBezTo>
                <a:cubicBezTo>
                  <a:pt x="618" y="415"/>
                  <a:pt x="618" y="415"/>
                  <a:pt x="618" y="415"/>
                </a:cubicBezTo>
                <a:cubicBezTo>
                  <a:pt x="675" y="397"/>
                  <a:pt x="675" y="397"/>
                  <a:pt x="675" y="397"/>
                </a:cubicBezTo>
                <a:lnTo>
                  <a:pt x="632" y="431"/>
                </a:lnTo>
                <a:close/>
                <a:moveTo>
                  <a:pt x="620" y="428"/>
                </a:moveTo>
                <a:cubicBezTo>
                  <a:pt x="617" y="430"/>
                  <a:pt x="615" y="433"/>
                  <a:pt x="614" y="436"/>
                </a:cubicBezTo>
                <a:cubicBezTo>
                  <a:pt x="560" y="434"/>
                  <a:pt x="560" y="434"/>
                  <a:pt x="560" y="434"/>
                </a:cubicBezTo>
                <a:cubicBezTo>
                  <a:pt x="616" y="416"/>
                  <a:pt x="616" y="416"/>
                  <a:pt x="616" y="416"/>
                </a:cubicBezTo>
                <a:lnTo>
                  <a:pt x="620" y="428"/>
                </a:lnTo>
                <a:close/>
                <a:moveTo>
                  <a:pt x="614" y="439"/>
                </a:moveTo>
                <a:cubicBezTo>
                  <a:pt x="614" y="442"/>
                  <a:pt x="615" y="444"/>
                  <a:pt x="617" y="446"/>
                </a:cubicBezTo>
                <a:cubicBezTo>
                  <a:pt x="504" y="602"/>
                  <a:pt x="504" y="602"/>
                  <a:pt x="504" y="602"/>
                </a:cubicBezTo>
                <a:cubicBezTo>
                  <a:pt x="371" y="506"/>
                  <a:pt x="371" y="506"/>
                  <a:pt x="371" y="506"/>
                </a:cubicBezTo>
                <a:cubicBezTo>
                  <a:pt x="372" y="504"/>
                  <a:pt x="373" y="501"/>
                  <a:pt x="373" y="498"/>
                </a:cubicBezTo>
                <a:cubicBezTo>
                  <a:pt x="373" y="497"/>
                  <a:pt x="373" y="496"/>
                  <a:pt x="373" y="495"/>
                </a:cubicBezTo>
                <a:cubicBezTo>
                  <a:pt x="553" y="436"/>
                  <a:pt x="553" y="436"/>
                  <a:pt x="553" y="436"/>
                </a:cubicBezTo>
                <a:lnTo>
                  <a:pt x="614" y="439"/>
                </a:lnTo>
                <a:close/>
                <a:moveTo>
                  <a:pt x="372" y="492"/>
                </a:moveTo>
                <a:cubicBezTo>
                  <a:pt x="370" y="488"/>
                  <a:pt x="368" y="486"/>
                  <a:pt x="365" y="484"/>
                </a:cubicBezTo>
                <a:cubicBezTo>
                  <a:pt x="386" y="429"/>
                  <a:pt x="386" y="429"/>
                  <a:pt x="386" y="429"/>
                </a:cubicBezTo>
                <a:cubicBezTo>
                  <a:pt x="544" y="436"/>
                  <a:pt x="544" y="436"/>
                  <a:pt x="544" y="436"/>
                </a:cubicBezTo>
                <a:lnTo>
                  <a:pt x="372" y="492"/>
                </a:lnTo>
                <a:close/>
                <a:moveTo>
                  <a:pt x="261" y="429"/>
                </a:moveTo>
                <a:cubicBezTo>
                  <a:pt x="345" y="490"/>
                  <a:pt x="345" y="490"/>
                  <a:pt x="345" y="490"/>
                </a:cubicBezTo>
                <a:cubicBezTo>
                  <a:pt x="343" y="492"/>
                  <a:pt x="343" y="495"/>
                  <a:pt x="343" y="498"/>
                </a:cubicBezTo>
                <a:cubicBezTo>
                  <a:pt x="343" y="501"/>
                  <a:pt x="343" y="504"/>
                  <a:pt x="345" y="507"/>
                </a:cubicBezTo>
                <a:cubicBezTo>
                  <a:pt x="300" y="544"/>
                  <a:pt x="300" y="544"/>
                  <a:pt x="300" y="544"/>
                </a:cubicBezTo>
                <a:cubicBezTo>
                  <a:pt x="258" y="432"/>
                  <a:pt x="258" y="432"/>
                  <a:pt x="258" y="432"/>
                </a:cubicBezTo>
                <a:cubicBezTo>
                  <a:pt x="259" y="431"/>
                  <a:pt x="260" y="430"/>
                  <a:pt x="261" y="429"/>
                </a:cubicBezTo>
                <a:close/>
                <a:moveTo>
                  <a:pt x="347" y="509"/>
                </a:moveTo>
                <a:cubicBezTo>
                  <a:pt x="349" y="512"/>
                  <a:pt x="352" y="514"/>
                  <a:pt x="356" y="514"/>
                </a:cubicBezTo>
                <a:cubicBezTo>
                  <a:pt x="356" y="695"/>
                  <a:pt x="356" y="695"/>
                  <a:pt x="356" y="695"/>
                </a:cubicBezTo>
                <a:cubicBezTo>
                  <a:pt x="301" y="547"/>
                  <a:pt x="301" y="547"/>
                  <a:pt x="301" y="547"/>
                </a:cubicBezTo>
                <a:lnTo>
                  <a:pt x="347" y="509"/>
                </a:lnTo>
                <a:close/>
                <a:moveTo>
                  <a:pt x="356" y="1026"/>
                </a:moveTo>
                <a:cubicBezTo>
                  <a:pt x="352" y="1026"/>
                  <a:pt x="349" y="1028"/>
                  <a:pt x="347" y="1031"/>
                </a:cubicBezTo>
                <a:cubicBezTo>
                  <a:pt x="301" y="993"/>
                  <a:pt x="301" y="993"/>
                  <a:pt x="301" y="993"/>
                </a:cubicBezTo>
                <a:cubicBezTo>
                  <a:pt x="356" y="845"/>
                  <a:pt x="356" y="845"/>
                  <a:pt x="356" y="845"/>
                </a:cubicBezTo>
                <a:lnTo>
                  <a:pt x="356" y="1026"/>
                </a:lnTo>
                <a:close/>
                <a:moveTo>
                  <a:pt x="365" y="1056"/>
                </a:moveTo>
                <a:cubicBezTo>
                  <a:pt x="368" y="1054"/>
                  <a:pt x="370" y="1052"/>
                  <a:pt x="372" y="1048"/>
                </a:cubicBezTo>
                <a:cubicBezTo>
                  <a:pt x="544" y="1104"/>
                  <a:pt x="544" y="1104"/>
                  <a:pt x="544" y="1104"/>
                </a:cubicBezTo>
                <a:cubicBezTo>
                  <a:pt x="386" y="1111"/>
                  <a:pt x="386" y="1111"/>
                  <a:pt x="386" y="1111"/>
                </a:cubicBezTo>
                <a:lnTo>
                  <a:pt x="365" y="1056"/>
                </a:lnTo>
                <a:close/>
                <a:moveTo>
                  <a:pt x="373" y="1045"/>
                </a:moveTo>
                <a:cubicBezTo>
                  <a:pt x="373" y="1044"/>
                  <a:pt x="373" y="1043"/>
                  <a:pt x="373" y="1042"/>
                </a:cubicBezTo>
                <a:cubicBezTo>
                  <a:pt x="373" y="1039"/>
                  <a:pt x="372" y="1036"/>
                  <a:pt x="371" y="1034"/>
                </a:cubicBezTo>
                <a:cubicBezTo>
                  <a:pt x="504" y="938"/>
                  <a:pt x="504" y="938"/>
                  <a:pt x="504" y="938"/>
                </a:cubicBezTo>
                <a:cubicBezTo>
                  <a:pt x="617" y="1094"/>
                  <a:pt x="617" y="1094"/>
                  <a:pt x="617" y="1094"/>
                </a:cubicBezTo>
                <a:cubicBezTo>
                  <a:pt x="615" y="1096"/>
                  <a:pt x="614" y="1098"/>
                  <a:pt x="614" y="1101"/>
                </a:cubicBezTo>
                <a:cubicBezTo>
                  <a:pt x="553" y="1104"/>
                  <a:pt x="553" y="1104"/>
                  <a:pt x="553" y="1104"/>
                </a:cubicBezTo>
                <a:lnTo>
                  <a:pt x="373" y="1045"/>
                </a:lnTo>
                <a:close/>
                <a:moveTo>
                  <a:pt x="614" y="1104"/>
                </a:moveTo>
                <a:cubicBezTo>
                  <a:pt x="615" y="1107"/>
                  <a:pt x="617" y="1110"/>
                  <a:pt x="620" y="1112"/>
                </a:cubicBezTo>
                <a:cubicBezTo>
                  <a:pt x="616" y="1124"/>
                  <a:pt x="616" y="1124"/>
                  <a:pt x="616" y="1124"/>
                </a:cubicBezTo>
                <a:cubicBezTo>
                  <a:pt x="560" y="1106"/>
                  <a:pt x="560" y="1106"/>
                  <a:pt x="560" y="1106"/>
                </a:cubicBezTo>
                <a:lnTo>
                  <a:pt x="614" y="1104"/>
                </a:lnTo>
                <a:close/>
                <a:moveTo>
                  <a:pt x="622" y="1112"/>
                </a:moveTo>
                <a:cubicBezTo>
                  <a:pt x="623" y="1113"/>
                  <a:pt x="623" y="1113"/>
                  <a:pt x="624" y="1113"/>
                </a:cubicBezTo>
                <a:cubicBezTo>
                  <a:pt x="627" y="1113"/>
                  <a:pt x="630" y="1111"/>
                  <a:pt x="632" y="1109"/>
                </a:cubicBezTo>
                <a:cubicBezTo>
                  <a:pt x="675" y="1143"/>
                  <a:pt x="675" y="1143"/>
                  <a:pt x="675" y="1143"/>
                </a:cubicBezTo>
                <a:cubicBezTo>
                  <a:pt x="618" y="1125"/>
                  <a:pt x="618" y="1125"/>
                  <a:pt x="618" y="1125"/>
                </a:cubicBezTo>
                <a:lnTo>
                  <a:pt x="622" y="1112"/>
                </a:lnTo>
                <a:close/>
                <a:moveTo>
                  <a:pt x="633" y="1107"/>
                </a:moveTo>
                <a:cubicBezTo>
                  <a:pt x="634" y="1106"/>
                  <a:pt x="634" y="1104"/>
                  <a:pt x="634" y="1102"/>
                </a:cubicBezTo>
                <a:cubicBezTo>
                  <a:pt x="634" y="1101"/>
                  <a:pt x="634" y="1101"/>
                  <a:pt x="634" y="1100"/>
                </a:cubicBezTo>
                <a:cubicBezTo>
                  <a:pt x="818" y="1040"/>
                  <a:pt x="818" y="1040"/>
                  <a:pt x="818" y="1040"/>
                </a:cubicBezTo>
                <a:cubicBezTo>
                  <a:pt x="869" y="1195"/>
                  <a:pt x="869" y="1195"/>
                  <a:pt x="869" y="1195"/>
                </a:cubicBezTo>
                <a:cubicBezTo>
                  <a:pt x="865" y="1197"/>
                  <a:pt x="862" y="1200"/>
                  <a:pt x="861" y="1204"/>
                </a:cubicBezTo>
                <a:cubicBezTo>
                  <a:pt x="680" y="1145"/>
                  <a:pt x="680" y="1145"/>
                  <a:pt x="680" y="1145"/>
                </a:cubicBezTo>
                <a:lnTo>
                  <a:pt x="633" y="1107"/>
                </a:lnTo>
                <a:close/>
                <a:moveTo>
                  <a:pt x="860" y="1207"/>
                </a:moveTo>
                <a:cubicBezTo>
                  <a:pt x="860" y="1208"/>
                  <a:pt x="860" y="1209"/>
                  <a:pt x="860" y="1210"/>
                </a:cubicBezTo>
                <a:cubicBezTo>
                  <a:pt x="860" y="1213"/>
                  <a:pt x="860" y="1215"/>
                  <a:pt x="861" y="1217"/>
                </a:cubicBezTo>
                <a:cubicBezTo>
                  <a:pt x="811" y="1249"/>
                  <a:pt x="811" y="1249"/>
                  <a:pt x="811" y="1249"/>
                </a:cubicBezTo>
                <a:cubicBezTo>
                  <a:pt x="687" y="1151"/>
                  <a:pt x="687" y="1151"/>
                  <a:pt x="687" y="1151"/>
                </a:cubicBezTo>
                <a:lnTo>
                  <a:pt x="860" y="1207"/>
                </a:lnTo>
                <a:close/>
                <a:moveTo>
                  <a:pt x="890" y="1208"/>
                </a:moveTo>
                <a:cubicBezTo>
                  <a:pt x="889" y="1204"/>
                  <a:pt x="888" y="1201"/>
                  <a:pt x="885" y="1198"/>
                </a:cubicBezTo>
                <a:cubicBezTo>
                  <a:pt x="992" y="1052"/>
                  <a:pt x="992" y="1052"/>
                  <a:pt x="992" y="1052"/>
                </a:cubicBezTo>
                <a:cubicBezTo>
                  <a:pt x="950" y="1204"/>
                  <a:pt x="950" y="1204"/>
                  <a:pt x="950" y="1204"/>
                </a:cubicBezTo>
                <a:lnTo>
                  <a:pt x="890" y="1208"/>
                </a:lnTo>
                <a:close/>
                <a:moveTo>
                  <a:pt x="883" y="1196"/>
                </a:moveTo>
                <a:cubicBezTo>
                  <a:pt x="881" y="1195"/>
                  <a:pt x="878" y="1194"/>
                  <a:pt x="875" y="1194"/>
                </a:cubicBezTo>
                <a:cubicBezTo>
                  <a:pt x="874" y="1194"/>
                  <a:pt x="873" y="1194"/>
                  <a:pt x="871" y="1194"/>
                </a:cubicBezTo>
                <a:cubicBezTo>
                  <a:pt x="821" y="1039"/>
                  <a:pt x="821" y="1039"/>
                  <a:pt x="821" y="1039"/>
                </a:cubicBezTo>
                <a:cubicBezTo>
                  <a:pt x="1005" y="979"/>
                  <a:pt x="1005" y="979"/>
                  <a:pt x="1005" y="979"/>
                </a:cubicBezTo>
                <a:cubicBezTo>
                  <a:pt x="1006" y="982"/>
                  <a:pt x="1008" y="984"/>
                  <a:pt x="1010" y="985"/>
                </a:cubicBezTo>
                <a:cubicBezTo>
                  <a:pt x="994" y="1043"/>
                  <a:pt x="994" y="1043"/>
                  <a:pt x="994" y="1043"/>
                </a:cubicBezTo>
                <a:lnTo>
                  <a:pt x="883" y="1196"/>
                </a:lnTo>
                <a:close/>
                <a:moveTo>
                  <a:pt x="1013" y="986"/>
                </a:moveTo>
                <a:cubicBezTo>
                  <a:pt x="1013" y="986"/>
                  <a:pt x="1014" y="986"/>
                  <a:pt x="1014" y="986"/>
                </a:cubicBezTo>
                <a:cubicBezTo>
                  <a:pt x="1018" y="986"/>
                  <a:pt x="1020" y="984"/>
                  <a:pt x="1022" y="982"/>
                </a:cubicBezTo>
                <a:cubicBezTo>
                  <a:pt x="1033" y="990"/>
                  <a:pt x="1033" y="990"/>
                  <a:pt x="1033" y="990"/>
                </a:cubicBezTo>
                <a:cubicBezTo>
                  <a:pt x="998" y="1038"/>
                  <a:pt x="998" y="1038"/>
                  <a:pt x="998" y="1038"/>
                </a:cubicBezTo>
                <a:lnTo>
                  <a:pt x="1013" y="986"/>
                </a:lnTo>
                <a:close/>
                <a:moveTo>
                  <a:pt x="1023" y="980"/>
                </a:moveTo>
                <a:cubicBezTo>
                  <a:pt x="1024" y="979"/>
                  <a:pt x="1024" y="977"/>
                  <a:pt x="1024" y="975"/>
                </a:cubicBezTo>
                <a:cubicBezTo>
                  <a:pt x="1024" y="973"/>
                  <a:pt x="1024" y="972"/>
                  <a:pt x="1023" y="970"/>
                </a:cubicBezTo>
                <a:cubicBezTo>
                  <a:pt x="1069" y="940"/>
                  <a:pt x="1069" y="940"/>
                  <a:pt x="1069" y="940"/>
                </a:cubicBezTo>
                <a:cubicBezTo>
                  <a:pt x="1034" y="988"/>
                  <a:pt x="1034" y="988"/>
                  <a:pt x="1034" y="988"/>
                </a:cubicBezTo>
                <a:lnTo>
                  <a:pt x="1023" y="980"/>
                </a:lnTo>
                <a:close/>
                <a:moveTo>
                  <a:pt x="1077" y="935"/>
                </a:moveTo>
                <a:cubicBezTo>
                  <a:pt x="1213" y="845"/>
                  <a:pt x="1213" y="845"/>
                  <a:pt x="1213" y="845"/>
                </a:cubicBezTo>
                <a:cubicBezTo>
                  <a:pt x="1263" y="1040"/>
                  <a:pt x="1263" y="1040"/>
                  <a:pt x="1263" y="1040"/>
                </a:cubicBezTo>
                <a:cubicBezTo>
                  <a:pt x="1243" y="1129"/>
                  <a:pt x="1243" y="1129"/>
                  <a:pt x="1243" y="1129"/>
                </a:cubicBezTo>
                <a:cubicBezTo>
                  <a:pt x="1243" y="1129"/>
                  <a:pt x="1243" y="1129"/>
                  <a:pt x="1242" y="1129"/>
                </a:cubicBezTo>
                <a:cubicBezTo>
                  <a:pt x="1239" y="1129"/>
                  <a:pt x="1235" y="1130"/>
                  <a:pt x="1233" y="1133"/>
                </a:cubicBezTo>
                <a:cubicBezTo>
                  <a:pt x="1037" y="990"/>
                  <a:pt x="1037" y="990"/>
                  <a:pt x="1037" y="990"/>
                </a:cubicBezTo>
                <a:lnTo>
                  <a:pt x="1077" y="935"/>
                </a:lnTo>
                <a:close/>
                <a:moveTo>
                  <a:pt x="1246" y="1129"/>
                </a:moveTo>
                <a:cubicBezTo>
                  <a:pt x="1265" y="1045"/>
                  <a:pt x="1265" y="1045"/>
                  <a:pt x="1265" y="1045"/>
                </a:cubicBezTo>
                <a:cubicBezTo>
                  <a:pt x="1282" y="1113"/>
                  <a:pt x="1282" y="1113"/>
                  <a:pt x="1282" y="1113"/>
                </a:cubicBezTo>
                <a:cubicBezTo>
                  <a:pt x="1251" y="1134"/>
                  <a:pt x="1251" y="1134"/>
                  <a:pt x="1251" y="1134"/>
                </a:cubicBezTo>
                <a:cubicBezTo>
                  <a:pt x="1250" y="1132"/>
                  <a:pt x="1248" y="1130"/>
                  <a:pt x="1246" y="1129"/>
                </a:cubicBezTo>
                <a:close/>
                <a:moveTo>
                  <a:pt x="1215" y="843"/>
                </a:moveTo>
                <a:cubicBezTo>
                  <a:pt x="1316" y="777"/>
                  <a:pt x="1316" y="777"/>
                  <a:pt x="1316" y="777"/>
                </a:cubicBezTo>
                <a:cubicBezTo>
                  <a:pt x="1317" y="779"/>
                  <a:pt x="1319" y="780"/>
                  <a:pt x="1321" y="781"/>
                </a:cubicBezTo>
                <a:cubicBezTo>
                  <a:pt x="1265" y="1033"/>
                  <a:pt x="1265" y="1033"/>
                  <a:pt x="1265" y="1033"/>
                </a:cubicBezTo>
                <a:lnTo>
                  <a:pt x="1215" y="843"/>
                </a:lnTo>
                <a:close/>
                <a:moveTo>
                  <a:pt x="1316" y="763"/>
                </a:moveTo>
                <a:cubicBezTo>
                  <a:pt x="1215" y="697"/>
                  <a:pt x="1215" y="697"/>
                  <a:pt x="1215" y="697"/>
                </a:cubicBezTo>
                <a:cubicBezTo>
                  <a:pt x="1265" y="506"/>
                  <a:pt x="1265" y="506"/>
                  <a:pt x="1265" y="506"/>
                </a:cubicBezTo>
                <a:cubicBezTo>
                  <a:pt x="1321" y="759"/>
                  <a:pt x="1321" y="759"/>
                  <a:pt x="1321" y="759"/>
                </a:cubicBezTo>
                <a:cubicBezTo>
                  <a:pt x="1319" y="760"/>
                  <a:pt x="1317" y="761"/>
                  <a:pt x="1316" y="763"/>
                </a:cubicBezTo>
                <a:close/>
                <a:moveTo>
                  <a:pt x="1238" y="388"/>
                </a:moveTo>
                <a:cubicBezTo>
                  <a:pt x="1236" y="389"/>
                  <a:pt x="1234" y="391"/>
                  <a:pt x="1233" y="393"/>
                </a:cubicBezTo>
                <a:cubicBezTo>
                  <a:pt x="1158" y="349"/>
                  <a:pt x="1158" y="349"/>
                  <a:pt x="1158" y="349"/>
                </a:cubicBezTo>
                <a:cubicBezTo>
                  <a:pt x="1228" y="353"/>
                  <a:pt x="1228" y="353"/>
                  <a:pt x="1228" y="353"/>
                </a:cubicBezTo>
                <a:lnTo>
                  <a:pt x="1238" y="388"/>
                </a:lnTo>
                <a:close/>
                <a:moveTo>
                  <a:pt x="1232" y="395"/>
                </a:moveTo>
                <a:cubicBezTo>
                  <a:pt x="1231" y="396"/>
                  <a:pt x="1231" y="398"/>
                  <a:pt x="1231" y="399"/>
                </a:cubicBezTo>
                <a:cubicBezTo>
                  <a:pt x="1231" y="402"/>
                  <a:pt x="1232" y="404"/>
                  <a:pt x="1233" y="405"/>
                </a:cubicBezTo>
                <a:cubicBezTo>
                  <a:pt x="1036" y="548"/>
                  <a:pt x="1036" y="548"/>
                  <a:pt x="1036" y="548"/>
                </a:cubicBezTo>
                <a:cubicBezTo>
                  <a:pt x="996" y="494"/>
                  <a:pt x="996" y="494"/>
                  <a:pt x="996" y="494"/>
                </a:cubicBezTo>
                <a:cubicBezTo>
                  <a:pt x="952" y="336"/>
                  <a:pt x="952" y="336"/>
                  <a:pt x="952" y="336"/>
                </a:cubicBezTo>
                <a:cubicBezTo>
                  <a:pt x="1153" y="348"/>
                  <a:pt x="1153" y="348"/>
                  <a:pt x="1153" y="348"/>
                </a:cubicBezTo>
                <a:lnTo>
                  <a:pt x="1232" y="395"/>
                </a:lnTo>
                <a:close/>
                <a:moveTo>
                  <a:pt x="951" y="333"/>
                </a:moveTo>
                <a:cubicBezTo>
                  <a:pt x="919" y="217"/>
                  <a:pt x="919" y="217"/>
                  <a:pt x="919" y="217"/>
                </a:cubicBezTo>
                <a:cubicBezTo>
                  <a:pt x="921" y="216"/>
                  <a:pt x="923" y="215"/>
                  <a:pt x="924" y="213"/>
                </a:cubicBezTo>
                <a:cubicBezTo>
                  <a:pt x="1147" y="345"/>
                  <a:pt x="1147" y="345"/>
                  <a:pt x="1147" y="345"/>
                </a:cubicBezTo>
                <a:lnTo>
                  <a:pt x="951" y="333"/>
                </a:lnTo>
                <a:close/>
                <a:moveTo>
                  <a:pt x="809" y="289"/>
                </a:moveTo>
                <a:cubicBezTo>
                  <a:pt x="681" y="391"/>
                  <a:pt x="681" y="391"/>
                  <a:pt x="681" y="391"/>
                </a:cubicBezTo>
                <a:cubicBezTo>
                  <a:pt x="617" y="412"/>
                  <a:pt x="617" y="412"/>
                  <a:pt x="617" y="412"/>
                </a:cubicBezTo>
                <a:cubicBezTo>
                  <a:pt x="542" y="181"/>
                  <a:pt x="542" y="181"/>
                  <a:pt x="542" y="181"/>
                </a:cubicBezTo>
                <a:cubicBezTo>
                  <a:pt x="545" y="179"/>
                  <a:pt x="547" y="176"/>
                  <a:pt x="548" y="173"/>
                </a:cubicBezTo>
                <a:cubicBezTo>
                  <a:pt x="640" y="181"/>
                  <a:pt x="640" y="181"/>
                  <a:pt x="640" y="181"/>
                </a:cubicBezTo>
                <a:lnTo>
                  <a:pt x="809" y="289"/>
                </a:lnTo>
                <a:close/>
                <a:moveTo>
                  <a:pt x="548" y="170"/>
                </a:moveTo>
                <a:cubicBezTo>
                  <a:pt x="548" y="168"/>
                  <a:pt x="548" y="166"/>
                  <a:pt x="546" y="164"/>
                </a:cubicBezTo>
                <a:cubicBezTo>
                  <a:pt x="576" y="140"/>
                  <a:pt x="576" y="140"/>
                  <a:pt x="576" y="140"/>
                </a:cubicBezTo>
                <a:cubicBezTo>
                  <a:pt x="636" y="179"/>
                  <a:pt x="636" y="179"/>
                  <a:pt x="636" y="179"/>
                </a:cubicBezTo>
                <a:lnTo>
                  <a:pt x="548" y="170"/>
                </a:lnTo>
                <a:close/>
                <a:moveTo>
                  <a:pt x="526" y="171"/>
                </a:moveTo>
                <a:cubicBezTo>
                  <a:pt x="526" y="173"/>
                  <a:pt x="527" y="175"/>
                  <a:pt x="528" y="177"/>
                </a:cubicBezTo>
                <a:cubicBezTo>
                  <a:pt x="463" y="234"/>
                  <a:pt x="463" y="234"/>
                  <a:pt x="463" y="234"/>
                </a:cubicBezTo>
                <a:cubicBezTo>
                  <a:pt x="488" y="169"/>
                  <a:pt x="488" y="169"/>
                  <a:pt x="488" y="169"/>
                </a:cubicBezTo>
                <a:lnTo>
                  <a:pt x="526" y="171"/>
                </a:lnTo>
                <a:close/>
                <a:moveTo>
                  <a:pt x="529" y="179"/>
                </a:moveTo>
                <a:cubicBezTo>
                  <a:pt x="531" y="181"/>
                  <a:pt x="534" y="182"/>
                  <a:pt x="537" y="182"/>
                </a:cubicBezTo>
                <a:cubicBezTo>
                  <a:pt x="538" y="182"/>
                  <a:pt x="539" y="182"/>
                  <a:pt x="540" y="182"/>
                </a:cubicBezTo>
                <a:cubicBezTo>
                  <a:pt x="615" y="413"/>
                  <a:pt x="615" y="413"/>
                  <a:pt x="615" y="413"/>
                </a:cubicBezTo>
                <a:cubicBezTo>
                  <a:pt x="551" y="434"/>
                  <a:pt x="551" y="434"/>
                  <a:pt x="551" y="434"/>
                </a:cubicBezTo>
                <a:cubicBezTo>
                  <a:pt x="387" y="426"/>
                  <a:pt x="387" y="426"/>
                  <a:pt x="387" y="426"/>
                </a:cubicBezTo>
                <a:cubicBezTo>
                  <a:pt x="461" y="240"/>
                  <a:pt x="461" y="240"/>
                  <a:pt x="461" y="240"/>
                </a:cubicBezTo>
                <a:lnTo>
                  <a:pt x="529" y="179"/>
                </a:lnTo>
                <a:close/>
                <a:moveTo>
                  <a:pt x="384" y="426"/>
                </a:moveTo>
                <a:cubicBezTo>
                  <a:pt x="263" y="421"/>
                  <a:pt x="263" y="421"/>
                  <a:pt x="263" y="421"/>
                </a:cubicBezTo>
                <a:cubicBezTo>
                  <a:pt x="263" y="419"/>
                  <a:pt x="263" y="417"/>
                  <a:pt x="262" y="415"/>
                </a:cubicBezTo>
                <a:cubicBezTo>
                  <a:pt x="456" y="244"/>
                  <a:pt x="456" y="244"/>
                  <a:pt x="456" y="244"/>
                </a:cubicBezTo>
                <a:lnTo>
                  <a:pt x="384" y="426"/>
                </a:lnTo>
                <a:close/>
                <a:moveTo>
                  <a:pt x="253" y="433"/>
                </a:moveTo>
                <a:cubicBezTo>
                  <a:pt x="254" y="433"/>
                  <a:pt x="255" y="433"/>
                  <a:pt x="256" y="433"/>
                </a:cubicBezTo>
                <a:cubicBezTo>
                  <a:pt x="298" y="546"/>
                  <a:pt x="298" y="546"/>
                  <a:pt x="298" y="546"/>
                </a:cubicBezTo>
                <a:cubicBezTo>
                  <a:pt x="146" y="671"/>
                  <a:pt x="146" y="671"/>
                  <a:pt x="146" y="671"/>
                </a:cubicBezTo>
                <a:cubicBezTo>
                  <a:pt x="249" y="433"/>
                  <a:pt x="249" y="433"/>
                  <a:pt x="249" y="433"/>
                </a:cubicBezTo>
                <a:cubicBezTo>
                  <a:pt x="250" y="433"/>
                  <a:pt x="251" y="433"/>
                  <a:pt x="253" y="433"/>
                </a:cubicBezTo>
                <a:close/>
                <a:moveTo>
                  <a:pt x="299" y="548"/>
                </a:moveTo>
                <a:cubicBezTo>
                  <a:pt x="356" y="701"/>
                  <a:pt x="356" y="701"/>
                  <a:pt x="356" y="701"/>
                </a:cubicBezTo>
                <a:cubicBezTo>
                  <a:pt x="356" y="769"/>
                  <a:pt x="356" y="769"/>
                  <a:pt x="356" y="769"/>
                </a:cubicBezTo>
                <a:cubicBezTo>
                  <a:pt x="112" y="769"/>
                  <a:pt x="112" y="769"/>
                  <a:pt x="112" y="769"/>
                </a:cubicBezTo>
                <a:cubicBezTo>
                  <a:pt x="112" y="765"/>
                  <a:pt x="110" y="762"/>
                  <a:pt x="107" y="760"/>
                </a:cubicBezTo>
                <a:cubicBezTo>
                  <a:pt x="144" y="676"/>
                  <a:pt x="144" y="676"/>
                  <a:pt x="144" y="676"/>
                </a:cubicBezTo>
                <a:lnTo>
                  <a:pt x="299" y="548"/>
                </a:lnTo>
                <a:close/>
                <a:moveTo>
                  <a:pt x="105" y="759"/>
                </a:moveTo>
                <a:cubicBezTo>
                  <a:pt x="104" y="758"/>
                  <a:pt x="103" y="758"/>
                  <a:pt x="102" y="758"/>
                </a:cubicBezTo>
                <a:cubicBezTo>
                  <a:pt x="100" y="758"/>
                  <a:pt x="99" y="758"/>
                  <a:pt x="98" y="759"/>
                </a:cubicBezTo>
                <a:cubicBezTo>
                  <a:pt x="85" y="724"/>
                  <a:pt x="85" y="724"/>
                  <a:pt x="85" y="724"/>
                </a:cubicBezTo>
                <a:cubicBezTo>
                  <a:pt x="140" y="679"/>
                  <a:pt x="140" y="679"/>
                  <a:pt x="140" y="679"/>
                </a:cubicBezTo>
                <a:lnTo>
                  <a:pt x="105" y="759"/>
                </a:lnTo>
                <a:close/>
                <a:moveTo>
                  <a:pt x="98" y="781"/>
                </a:moveTo>
                <a:cubicBezTo>
                  <a:pt x="99" y="782"/>
                  <a:pt x="100" y="782"/>
                  <a:pt x="102" y="782"/>
                </a:cubicBezTo>
                <a:cubicBezTo>
                  <a:pt x="103" y="782"/>
                  <a:pt x="104" y="782"/>
                  <a:pt x="105" y="781"/>
                </a:cubicBezTo>
                <a:cubicBezTo>
                  <a:pt x="140" y="861"/>
                  <a:pt x="140" y="861"/>
                  <a:pt x="140" y="861"/>
                </a:cubicBezTo>
                <a:cubicBezTo>
                  <a:pt x="85" y="816"/>
                  <a:pt x="85" y="816"/>
                  <a:pt x="85" y="816"/>
                </a:cubicBezTo>
                <a:lnTo>
                  <a:pt x="98" y="781"/>
                </a:lnTo>
                <a:close/>
                <a:moveTo>
                  <a:pt x="107" y="780"/>
                </a:moveTo>
                <a:cubicBezTo>
                  <a:pt x="110" y="778"/>
                  <a:pt x="112" y="775"/>
                  <a:pt x="112" y="771"/>
                </a:cubicBezTo>
                <a:cubicBezTo>
                  <a:pt x="356" y="771"/>
                  <a:pt x="356" y="771"/>
                  <a:pt x="356" y="771"/>
                </a:cubicBezTo>
                <a:cubicBezTo>
                  <a:pt x="356" y="839"/>
                  <a:pt x="356" y="839"/>
                  <a:pt x="356" y="839"/>
                </a:cubicBezTo>
                <a:cubicBezTo>
                  <a:pt x="299" y="992"/>
                  <a:pt x="299" y="992"/>
                  <a:pt x="299" y="992"/>
                </a:cubicBezTo>
                <a:cubicBezTo>
                  <a:pt x="144" y="864"/>
                  <a:pt x="144" y="864"/>
                  <a:pt x="144" y="864"/>
                </a:cubicBezTo>
                <a:lnTo>
                  <a:pt x="107" y="780"/>
                </a:lnTo>
                <a:close/>
                <a:moveTo>
                  <a:pt x="263" y="1119"/>
                </a:moveTo>
                <a:cubicBezTo>
                  <a:pt x="384" y="1114"/>
                  <a:pt x="384" y="1114"/>
                  <a:pt x="384" y="1114"/>
                </a:cubicBezTo>
                <a:cubicBezTo>
                  <a:pt x="456" y="1296"/>
                  <a:pt x="456" y="1296"/>
                  <a:pt x="456" y="1296"/>
                </a:cubicBezTo>
                <a:cubicBezTo>
                  <a:pt x="262" y="1125"/>
                  <a:pt x="262" y="1125"/>
                  <a:pt x="262" y="1125"/>
                </a:cubicBezTo>
                <a:cubicBezTo>
                  <a:pt x="263" y="1123"/>
                  <a:pt x="263" y="1121"/>
                  <a:pt x="263" y="1119"/>
                </a:cubicBezTo>
                <a:close/>
                <a:moveTo>
                  <a:pt x="387" y="1114"/>
                </a:moveTo>
                <a:cubicBezTo>
                  <a:pt x="551" y="1106"/>
                  <a:pt x="551" y="1106"/>
                  <a:pt x="551" y="1106"/>
                </a:cubicBezTo>
                <a:cubicBezTo>
                  <a:pt x="615" y="1127"/>
                  <a:pt x="615" y="1127"/>
                  <a:pt x="615" y="1127"/>
                </a:cubicBezTo>
                <a:cubicBezTo>
                  <a:pt x="540" y="1358"/>
                  <a:pt x="540" y="1358"/>
                  <a:pt x="540" y="1358"/>
                </a:cubicBezTo>
                <a:cubicBezTo>
                  <a:pt x="539" y="1358"/>
                  <a:pt x="538" y="1358"/>
                  <a:pt x="537" y="1358"/>
                </a:cubicBezTo>
                <a:cubicBezTo>
                  <a:pt x="534" y="1358"/>
                  <a:pt x="531" y="1359"/>
                  <a:pt x="529" y="1361"/>
                </a:cubicBezTo>
                <a:cubicBezTo>
                  <a:pt x="461" y="1300"/>
                  <a:pt x="461" y="1300"/>
                  <a:pt x="461" y="1300"/>
                </a:cubicBezTo>
                <a:lnTo>
                  <a:pt x="387" y="1114"/>
                </a:lnTo>
                <a:close/>
                <a:moveTo>
                  <a:pt x="528" y="1363"/>
                </a:moveTo>
                <a:cubicBezTo>
                  <a:pt x="527" y="1365"/>
                  <a:pt x="526" y="1367"/>
                  <a:pt x="526" y="1369"/>
                </a:cubicBezTo>
                <a:cubicBezTo>
                  <a:pt x="488" y="1371"/>
                  <a:pt x="488" y="1371"/>
                  <a:pt x="488" y="1371"/>
                </a:cubicBezTo>
                <a:cubicBezTo>
                  <a:pt x="463" y="1306"/>
                  <a:pt x="463" y="1306"/>
                  <a:pt x="463" y="1306"/>
                </a:cubicBezTo>
                <a:lnTo>
                  <a:pt x="528" y="1363"/>
                </a:lnTo>
                <a:close/>
                <a:moveTo>
                  <a:pt x="546" y="1376"/>
                </a:moveTo>
                <a:cubicBezTo>
                  <a:pt x="548" y="1374"/>
                  <a:pt x="548" y="1372"/>
                  <a:pt x="548" y="1370"/>
                </a:cubicBezTo>
                <a:cubicBezTo>
                  <a:pt x="636" y="1361"/>
                  <a:pt x="636" y="1361"/>
                  <a:pt x="636" y="1361"/>
                </a:cubicBezTo>
                <a:cubicBezTo>
                  <a:pt x="576" y="1400"/>
                  <a:pt x="576" y="1400"/>
                  <a:pt x="576" y="1400"/>
                </a:cubicBezTo>
                <a:lnTo>
                  <a:pt x="546" y="1376"/>
                </a:lnTo>
                <a:close/>
                <a:moveTo>
                  <a:pt x="548" y="1367"/>
                </a:moveTo>
                <a:cubicBezTo>
                  <a:pt x="547" y="1364"/>
                  <a:pt x="545" y="1361"/>
                  <a:pt x="542" y="1359"/>
                </a:cubicBezTo>
                <a:cubicBezTo>
                  <a:pt x="617" y="1128"/>
                  <a:pt x="617" y="1128"/>
                  <a:pt x="617" y="1128"/>
                </a:cubicBezTo>
                <a:cubicBezTo>
                  <a:pt x="681" y="1149"/>
                  <a:pt x="681" y="1149"/>
                  <a:pt x="681" y="1149"/>
                </a:cubicBezTo>
                <a:cubicBezTo>
                  <a:pt x="809" y="1251"/>
                  <a:pt x="809" y="1251"/>
                  <a:pt x="809" y="1251"/>
                </a:cubicBezTo>
                <a:cubicBezTo>
                  <a:pt x="640" y="1359"/>
                  <a:pt x="640" y="1359"/>
                  <a:pt x="640" y="1359"/>
                </a:cubicBezTo>
                <a:lnTo>
                  <a:pt x="548" y="1367"/>
                </a:lnTo>
                <a:close/>
                <a:moveTo>
                  <a:pt x="919" y="1323"/>
                </a:moveTo>
                <a:cubicBezTo>
                  <a:pt x="951" y="1207"/>
                  <a:pt x="951" y="1207"/>
                  <a:pt x="951" y="1207"/>
                </a:cubicBezTo>
                <a:cubicBezTo>
                  <a:pt x="1147" y="1195"/>
                  <a:pt x="1147" y="1195"/>
                  <a:pt x="1147" y="1195"/>
                </a:cubicBezTo>
                <a:cubicBezTo>
                  <a:pt x="924" y="1327"/>
                  <a:pt x="924" y="1327"/>
                  <a:pt x="924" y="1327"/>
                </a:cubicBezTo>
                <a:cubicBezTo>
                  <a:pt x="923" y="1325"/>
                  <a:pt x="921" y="1324"/>
                  <a:pt x="919" y="1323"/>
                </a:cubicBezTo>
                <a:close/>
                <a:moveTo>
                  <a:pt x="952" y="1204"/>
                </a:moveTo>
                <a:cubicBezTo>
                  <a:pt x="996" y="1046"/>
                  <a:pt x="996" y="1046"/>
                  <a:pt x="996" y="1046"/>
                </a:cubicBezTo>
                <a:cubicBezTo>
                  <a:pt x="1036" y="992"/>
                  <a:pt x="1036" y="992"/>
                  <a:pt x="1036" y="992"/>
                </a:cubicBezTo>
                <a:cubicBezTo>
                  <a:pt x="1233" y="1135"/>
                  <a:pt x="1233" y="1135"/>
                  <a:pt x="1233" y="1135"/>
                </a:cubicBezTo>
                <a:cubicBezTo>
                  <a:pt x="1232" y="1136"/>
                  <a:pt x="1231" y="1138"/>
                  <a:pt x="1231" y="1141"/>
                </a:cubicBezTo>
                <a:cubicBezTo>
                  <a:pt x="1231" y="1142"/>
                  <a:pt x="1231" y="1144"/>
                  <a:pt x="1232" y="1145"/>
                </a:cubicBezTo>
                <a:cubicBezTo>
                  <a:pt x="1153" y="1192"/>
                  <a:pt x="1153" y="1192"/>
                  <a:pt x="1153" y="1192"/>
                </a:cubicBezTo>
                <a:lnTo>
                  <a:pt x="952" y="1204"/>
                </a:lnTo>
                <a:close/>
                <a:moveTo>
                  <a:pt x="1233" y="1147"/>
                </a:moveTo>
                <a:cubicBezTo>
                  <a:pt x="1234" y="1149"/>
                  <a:pt x="1236" y="1151"/>
                  <a:pt x="1238" y="1152"/>
                </a:cubicBezTo>
                <a:cubicBezTo>
                  <a:pt x="1228" y="1187"/>
                  <a:pt x="1228" y="1187"/>
                  <a:pt x="1228" y="1187"/>
                </a:cubicBezTo>
                <a:cubicBezTo>
                  <a:pt x="1158" y="1191"/>
                  <a:pt x="1158" y="1191"/>
                  <a:pt x="1158" y="1191"/>
                </a:cubicBezTo>
                <a:lnTo>
                  <a:pt x="1233" y="1147"/>
                </a:lnTo>
                <a:close/>
                <a:moveTo>
                  <a:pt x="1302" y="1169"/>
                </a:moveTo>
                <a:cubicBezTo>
                  <a:pt x="1301" y="1169"/>
                  <a:pt x="1301" y="1169"/>
                  <a:pt x="1300" y="1170"/>
                </a:cubicBezTo>
                <a:cubicBezTo>
                  <a:pt x="1285" y="1114"/>
                  <a:pt x="1285" y="1114"/>
                  <a:pt x="1285" y="1114"/>
                </a:cubicBezTo>
                <a:cubicBezTo>
                  <a:pt x="1342" y="1076"/>
                  <a:pt x="1342" y="1076"/>
                  <a:pt x="1342" y="1076"/>
                </a:cubicBezTo>
                <a:cubicBezTo>
                  <a:pt x="1306" y="1170"/>
                  <a:pt x="1306" y="1170"/>
                  <a:pt x="1306" y="1170"/>
                </a:cubicBezTo>
                <a:cubicBezTo>
                  <a:pt x="1305" y="1170"/>
                  <a:pt x="1304" y="1169"/>
                  <a:pt x="1302" y="1169"/>
                </a:cubicBezTo>
                <a:close/>
                <a:moveTo>
                  <a:pt x="1285" y="1111"/>
                </a:moveTo>
                <a:cubicBezTo>
                  <a:pt x="1266" y="1039"/>
                  <a:pt x="1266" y="1039"/>
                  <a:pt x="1266" y="1039"/>
                </a:cubicBezTo>
                <a:cubicBezTo>
                  <a:pt x="1323" y="782"/>
                  <a:pt x="1323" y="782"/>
                  <a:pt x="1323" y="782"/>
                </a:cubicBezTo>
                <a:cubicBezTo>
                  <a:pt x="1324" y="782"/>
                  <a:pt x="1324" y="782"/>
                  <a:pt x="1324" y="782"/>
                </a:cubicBezTo>
                <a:cubicBezTo>
                  <a:pt x="1326" y="782"/>
                  <a:pt x="1328" y="781"/>
                  <a:pt x="1329" y="781"/>
                </a:cubicBezTo>
                <a:cubicBezTo>
                  <a:pt x="1404" y="918"/>
                  <a:pt x="1404" y="918"/>
                  <a:pt x="1404" y="918"/>
                </a:cubicBezTo>
                <a:cubicBezTo>
                  <a:pt x="1344" y="1073"/>
                  <a:pt x="1344" y="1073"/>
                  <a:pt x="1344" y="1073"/>
                </a:cubicBezTo>
                <a:lnTo>
                  <a:pt x="1285" y="1111"/>
                </a:lnTo>
                <a:close/>
                <a:moveTo>
                  <a:pt x="1445" y="547"/>
                </a:moveTo>
                <a:cubicBezTo>
                  <a:pt x="1406" y="619"/>
                  <a:pt x="1406" y="619"/>
                  <a:pt x="1406" y="619"/>
                </a:cubicBezTo>
                <a:cubicBezTo>
                  <a:pt x="1348" y="470"/>
                  <a:pt x="1348" y="470"/>
                  <a:pt x="1348" y="470"/>
                </a:cubicBezTo>
                <a:cubicBezTo>
                  <a:pt x="1441" y="530"/>
                  <a:pt x="1441" y="530"/>
                  <a:pt x="1441" y="530"/>
                </a:cubicBezTo>
                <a:cubicBezTo>
                  <a:pt x="1440" y="532"/>
                  <a:pt x="1439" y="534"/>
                  <a:pt x="1439" y="536"/>
                </a:cubicBezTo>
                <a:cubicBezTo>
                  <a:pt x="1439" y="541"/>
                  <a:pt x="1441" y="544"/>
                  <a:pt x="1445" y="547"/>
                </a:cubicBezTo>
                <a:close/>
                <a:moveTo>
                  <a:pt x="1442" y="528"/>
                </a:moveTo>
                <a:cubicBezTo>
                  <a:pt x="1347" y="466"/>
                  <a:pt x="1347" y="466"/>
                  <a:pt x="1347" y="466"/>
                </a:cubicBezTo>
                <a:cubicBezTo>
                  <a:pt x="1309" y="369"/>
                  <a:pt x="1309" y="369"/>
                  <a:pt x="1309" y="369"/>
                </a:cubicBezTo>
                <a:cubicBezTo>
                  <a:pt x="1309" y="368"/>
                  <a:pt x="1310" y="368"/>
                  <a:pt x="1310" y="368"/>
                </a:cubicBezTo>
                <a:cubicBezTo>
                  <a:pt x="1443" y="527"/>
                  <a:pt x="1443" y="527"/>
                  <a:pt x="1443" y="527"/>
                </a:cubicBezTo>
                <a:cubicBezTo>
                  <a:pt x="1442" y="527"/>
                  <a:pt x="1442" y="528"/>
                  <a:pt x="1442" y="528"/>
                </a:cubicBezTo>
                <a:close/>
                <a:moveTo>
                  <a:pt x="1288" y="353"/>
                </a:moveTo>
                <a:cubicBezTo>
                  <a:pt x="1230" y="350"/>
                  <a:pt x="1230" y="350"/>
                  <a:pt x="1230" y="350"/>
                </a:cubicBezTo>
                <a:cubicBezTo>
                  <a:pt x="1212" y="284"/>
                  <a:pt x="1212" y="284"/>
                  <a:pt x="1212" y="284"/>
                </a:cubicBezTo>
                <a:cubicBezTo>
                  <a:pt x="1290" y="348"/>
                  <a:pt x="1290" y="348"/>
                  <a:pt x="1290" y="348"/>
                </a:cubicBezTo>
                <a:cubicBezTo>
                  <a:pt x="1289" y="350"/>
                  <a:pt x="1289" y="351"/>
                  <a:pt x="1288" y="353"/>
                </a:cubicBezTo>
                <a:close/>
                <a:moveTo>
                  <a:pt x="948" y="85"/>
                </a:moveTo>
                <a:cubicBezTo>
                  <a:pt x="949" y="86"/>
                  <a:pt x="950" y="87"/>
                  <a:pt x="952" y="88"/>
                </a:cubicBezTo>
                <a:cubicBezTo>
                  <a:pt x="917" y="195"/>
                  <a:pt x="917" y="195"/>
                  <a:pt x="917" y="195"/>
                </a:cubicBezTo>
                <a:cubicBezTo>
                  <a:pt x="917" y="195"/>
                  <a:pt x="916" y="195"/>
                  <a:pt x="915" y="195"/>
                </a:cubicBezTo>
                <a:cubicBezTo>
                  <a:pt x="912" y="195"/>
                  <a:pt x="910" y="196"/>
                  <a:pt x="908" y="198"/>
                </a:cubicBezTo>
                <a:cubicBezTo>
                  <a:pt x="802" y="85"/>
                  <a:pt x="802" y="85"/>
                  <a:pt x="802" y="85"/>
                </a:cubicBezTo>
                <a:cubicBezTo>
                  <a:pt x="928" y="78"/>
                  <a:pt x="928" y="78"/>
                  <a:pt x="928" y="78"/>
                </a:cubicBezTo>
                <a:lnTo>
                  <a:pt x="948" y="85"/>
                </a:lnTo>
                <a:close/>
                <a:moveTo>
                  <a:pt x="508" y="113"/>
                </a:moveTo>
                <a:cubicBezTo>
                  <a:pt x="486" y="167"/>
                  <a:pt x="486" y="167"/>
                  <a:pt x="486" y="167"/>
                </a:cubicBezTo>
                <a:cubicBezTo>
                  <a:pt x="419" y="163"/>
                  <a:pt x="419" y="163"/>
                  <a:pt x="419" y="163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504" y="110"/>
                  <a:pt x="506" y="112"/>
                  <a:pt x="508" y="113"/>
                </a:cubicBezTo>
                <a:close/>
                <a:moveTo>
                  <a:pt x="485" y="169"/>
                </a:moveTo>
                <a:cubicBezTo>
                  <a:pt x="458" y="239"/>
                  <a:pt x="458" y="239"/>
                  <a:pt x="458" y="239"/>
                </a:cubicBezTo>
                <a:cubicBezTo>
                  <a:pt x="260" y="413"/>
                  <a:pt x="260" y="413"/>
                  <a:pt x="260" y="413"/>
                </a:cubicBezTo>
                <a:cubicBezTo>
                  <a:pt x="259" y="412"/>
                  <a:pt x="257" y="411"/>
                  <a:pt x="255" y="410"/>
                </a:cubicBezTo>
                <a:cubicBezTo>
                  <a:pt x="276" y="255"/>
                  <a:pt x="276" y="255"/>
                  <a:pt x="276" y="255"/>
                </a:cubicBezTo>
                <a:cubicBezTo>
                  <a:pt x="415" y="165"/>
                  <a:pt x="415" y="165"/>
                  <a:pt x="415" y="165"/>
                </a:cubicBezTo>
                <a:lnTo>
                  <a:pt x="485" y="169"/>
                </a:lnTo>
                <a:close/>
                <a:moveTo>
                  <a:pt x="284" y="170"/>
                </a:moveTo>
                <a:cubicBezTo>
                  <a:pt x="273" y="253"/>
                  <a:pt x="273" y="253"/>
                  <a:pt x="273" y="253"/>
                </a:cubicBezTo>
                <a:cubicBezTo>
                  <a:pt x="172" y="319"/>
                  <a:pt x="172" y="319"/>
                  <a:pt x="172" y="319"/>
                </a:cubicBezTo>
                <a:cubicBezTo>
                  <a:pt x="281" y="169"/>
                  <a:pt x="281" y="169"/>
                  <a:pt x="281" y="169"/>
                </a:cubicBezTo>
                <a:cubicBezTo>
                  <a:pt x="282" y="170"/>
                  <a:pt x="283" y="170"/>
                  <a:pt x="284" y="170"/>
                </a:cubicBezTo>
                <a:close/>
                <a:moveTo>
                  <a:pt x="273" y="257"/>
                </a:moveTo>
                <a:cubicBezTo>
                  <a:pt x="253" y="410"/>
                  <a:pt x="253" y="410"/>
                  <a:pt x="253" y="410"/>
                </a:cubicBezTo>
                <a:cubicBezTo>
                  <a:pt x="253" y="410"/>
                  <a:pt x="253" y="410"/>
                  <a:pt x="253" y="410"/>
                </a:cubicBezTo>
                <a:cubicBezTo>
                  <a:pt x="249" y="410"/>
                  <a:pt x="246" y="412"/>
                  <a:pt x="244" y="414"/>
                </a:cubicBezTo>
                <a:cubicBezTo>
                  <a:pt x="153" y="348"/>
                  <a:pt x="153" y="348"/>
                  <a:pt x="153" y="348"/>
                </a:cubicBezTo>
                <a:cubicBezTo>
                  <a:pt x="153" y="346"/>
                  <a:pt x="154" y="345"/>
                  <a:pt x="154" y="343"/>
                </a:cubicBezTo>
                <a:cubicBezTo>
                  <a:pt x="167" y="325"/>
                  <a:pt x="167" y="325"/>
                  <a:pt x="167" y="325"/>
                </a:cubicBezTo>
                <a:lnTo>
                  <a:pt x="273" y="257"/>
                </a:lnTo>
                <a:close/>
                <a:moveTo>
                  <a:pt x="154" y="338"/>
                </a:moveTo>
                <a:cubicBezTo>
                  <a:pt x="154" y="337"/>
                  <a:pt x="154" y="336"/>
                  <a:pt x="153" y="334"/>
                </a:cubicBezTo>
                <a:cubicBezTo>
                  <a:pt x="161" y="329"/>
                  <a:pt x="161" y="329"/>
                  <a:pt x="161" y="329"/>
                </a:cubicBezTo>
                <a:lnTo>
                  <a:pt x="154" y="338"/>
                </a:lnTo>
                <a:close/>
                <a:moveTo>
                  <a:pt x="146" y="354"/>
                </a:moveTo>
                <a:cubicBezTo>
                  <a:pt x="148" y="353"/>
                  <a:pt x="150" y="351"/>
                  <a:pt x="152" y="350"/>
                </a:cubicBezTo>
                <a:cubicBezTo>
                  <a:pt x="243" y="416"/>
                  <a:pt x="243" y="416"/>
                  <a:pt x="243" y="416"/>
                </a:cubicBezTo>
                <a:cubicBezTo>
                  <a:pt x="242" y="418"/>
                  <a:pt x="242" y="420"/>
                  <a:pt x="242" y="422"/>
                </a:cubicBezTo>
                <a:cubicBezTo>
                  <a:pt x="242" y="423"/>
                  <a:pt x="242" y="424"/>
                  <a:pt x="242" y="425"/>
                </a:cubicBezTo>
                <a:cubicBezTo>
                  <a:pt x="102" y="492"/>
                  <a:pt x="102" y="492"/>
                  <a:pt x="102" y="492"/>
                </a:cubicBezTo>
                <a:cubicBezTo>
                  <a:pt x="134" y="370"/>
                  <a:pt x="134" y="370"/>
                  <a:pt x="134" y="370"/>
                </a:cubicBezTo>
                <a:lnTo>
                  <a:pt x="146" y="354"/>
                </a:lnTo>
                <a:close/>
                <a:moveTo>
                  <a:pt x="243" y="427"/>
                </a:moveTo>
                <a:cubicBezTo>
                  <a:pt x="244" y="429"/>
                  <a:pt x="245" y="431"/>
                  <a:pt x="247" y="432"/>
                </a:cubicBezTo>
                <a:cubicBezTo>
                  <a:pt x="142" y="674"/>
                  <a:pt x="142" y="674"/>
                  <a:pt x="142" y="674"/>
                </a:cubicBezTo>
                <a:cubicBezTo>
                  <a:pt x="84" y="721"/>
                  <a:pt x="84" y="721"/>
                  <a:pt x="84" y="721"/>
                </a:cubicBezTo>
                <a:cubicBezTo>
                  <a:pt x="59" y="655"/>
                  <a:pt x="59" y="655"/>
                  <a:pt x="59" y="655"/>
                </a:cubicBezTo>
                <a:cubicBezTo>
                  <a:pt x="101" y="495"/>
                  <a:pt x="101" y="495"/>
                  <a:pt x="101" y="495"/>
                </a:cubicBezTo>
                <a:lnTo>
                  <a:pt x="243" y="427"/>
                </a:lnTo>
                <a:close/>
                <a:moveTo>
                  <a:pt x="57" y="651"/>
                </a:moveTo>
                <a:cubicBezTo>
                  <a:pt x="18" y="548"/>
                  <a:pt x="18" y="548"/>
                  <a:pt x="18" y="548"/>
                </a:cubicBezTo>
                <a:cubicBezTo>
                  <a:pt x="22" y="545"/>
                  <a:pt x="25" y="541"/>
                  <a:pt x="25" y="536"/>
                </a:cubicBezTo>
                <a:cubicBezTo>
                  <a:pt x="25" y="535"/>
                  <a:pt x="24" y="533"/>
                  <a:pt x="24" y="532"/>
                </a:cubicBezTo>
                <a:cubicBezTo>
                  <a:pt x="98" y="497"/>
                  <a:pt x="98" y="497"/>
                  <a:pt x="98" y="497"/>
                </a:cubicBezTo>
                <a:lnTo>
                  <a:pt x="57" y="651"/>
                </a:lnTo>
                <a:close/>
                <a:moveTo>
                  <a:pt x="16" y="549"/>
                </a:moveTo>
                <a:cubicBezTo>
                  <a:pt x="56" y="655"/>
                  <a:pt x="56" y="655"/>
                  <a:pt x="56" y="655"/>
                </a:cubicBezTo>
                <a:cubicBezTo>
                  <a:pt x="30" y="755"/>
                  <a:pt x="30" y="755"/>
                  <a:pt x="30" y="755"/>
                </a:cubicBezTo>
                <a:cubicBezTo>
                  <a:pt x="29" y="755"/>
                  <a:pt x="28" y="755"/>
                  <a:pt x="28" y="755"/>
                </a:cubicBezTo>
                <a:cubicBezTo>
                  <a:pt x="14" y="549"/>
                  <a:pt x="14" y="549"/>
                  <a:pt x="14" y="549"/>
                </a:cubicBezTo>
                <a:cubicBezTo>
                  <a:pt x="15" y="549"/>
                  <a:pt x="15" y="549"/>
                  <a:pt x="16" y="549"/>
                </a:cubicBezTo>
                <a:close/>
                <a:moveTo>
                  <a:pt x="14" y="773"/>
                </a:moveTo>
                <a:cubicBezTo>
                  <a:pt x="15" y="779"/>
                  <a:pt x="19" y="784"/>
                  <a:pt x="25" y="785"/>
                </a:cubicBezTo>
                <a:cubicBezTo>
                  <a:pt x="14" y="962"/>
                  <a:pt x="14" y="962"/>
                  <a:pt x="14" y="962"/>
                </a:cubicBezTo>
                <a:lnTo>
                  <a:pt x="14" y="773"/>
                </a:lnTo>
                <a:close/>
                <a:moveTo>
                  <a:pt x="14" y="767"/>
                </a:moveTo>
                <a:cubicBezTo>
                  <a:pt x="14" y="578"/>
                  <a:pt x="14" y="578"/>
                  <a:pt x="14" y="578"/>
                </a:cubicBezTo>
                <a:cubicBezTo>
                  <a:pt x="25" y="755"/>
                  <a:pt x="25" y="755"/>
                  <a:pt x="25" y="755"/>
                </a:cubicBezTo>
                <a:cubicBezTo>
                  <a:pt x="19" y="756"/>
                  <a:pt x="15" y="761"/>
                  <a:pt x="14" y="767"/>
                </a:cubicBezTo>
                <a:close/>
                <a:moveTo>
                  <a:pt x="28" y="785"/>
                </a:moveTo>
                <a:cubicBezTo>
                  <a:pt x="28" y="785"/>
                  <a:pt x="29" y="785"/>
                  <a:pt x="30" y="785"/>
                </a:cubicBezTo>
                <a:cubicBezTo>
                  <a:pt x="56" y="885"/>
                  <a:pt x="56" y="885"/>
                  <a:pt x="56" y="885"/>
                </a:cubicBezTo>
                <a:cubicBezTo>
                  <a:pt x="16" y="991"/>
                  <a:pt x="16" y="991"/>
                  <a:pt x="16" y="991"/>
                </a:cubicBezTo>
                <a:cubicBezTo>
                  <a:pt x="15" y="991"/>
                  <a:pt x="15" y="991"/>
                  <a:pt x="14" y="991"/>
                </a:cubicBezTo>
                <a:lnTo>
                  <a:pt x="28" y="785"/>
                </a:lnTo>
                <a:close/>
                <a:moveTo>
                  <a:pt x="18" y="992"/>
                </a:moveTo>
                <a:cubicBezTo>
                  <a:pt x="57" y="889"/>
                  <a:pt x="57" y="889"/>
                  <a:pt x="57" y="889"/>
                </a:cubicBezTo>
                <a:cubicBezTo>
                  <a:pt x="98" y="1043"/>
                  <a:pt x="98" y="1043"/>
                  <a:pt x="98" y="1043"/>
                </a:cubicBezTo>
                <a:cubicBezTo>
                  <a:pt x="24" y="1008"/>
                  <a:pt x="24" y="1008"/>
                  <a:pt x="24" y="1008"/>
                </a:cubicBezTo>
                <a:cubicBezTo>
                  <a:pt x="24" y="1007"/>
                  <a:pt x="25" y="1005"/>
                  <a:pt x="25" y="1004"/>
                </a:cubicBezTo>
                <a:cubicBezTo>
                  <a:pt x="25" y="999"/>
                  <a:pt x="22" y="995"/>
                  <a:pt x="18" y="992"/>
                </a:cubicBezTo>
                <a:close/>
                <a:moveTo>
                  <a:pt x="59" y="885"/>
                </a:moveTo>
                <a:cubicBezTo>
                  <a:pt x="84" y="819"/>
                  <a:pt x="84" y="819"/>
                  <a:pt x="84" y="819"/>
                </a:cubicBezTo>
                <a:cubicBezTo>
                  <a:pt x="142" y="866"/>
                  <a:pt x="142" y="866"/>
                  <a:pt x="142" y="866"/>
                </a:cubicBezTo>
                <a:cubicBezTo>
                  <a:pt x="247" y="1108"/>
                  <a:pt x="247" y="1108"/>
                  <a:pt x="247" y="1108"/>
                </a:cubicBezTo>
                <a:cubicBezTo>
                  <a:pt x="245" y="1109"/>
                  <a:pt x="244" y="1111"/>
                  <a:pt x="243" y="1113"/>
                </a:cubicBezTo>
                <a:cubicBezTo>
                  <a:pt x="101" y="1045"/>
                  <a:pt x="101" y="1045"/>
                  <a:pt x="101" y="1045"/>
                </a:cubicBezTo>
                <a:lnTo>
                  <a:pt x="59" y="885"/>
                </a:lnTo>
                <a:close/>
                <a:moveTo>
                  <a:pt x="242" y="1115"/>
                </a:moveTo>
                <a:cubicBezTo>
                  <a:pt x="242" y="1116"/>
                  <a:pt x="242" y="1117"/>
                  <a:pt x="242" y="1118"/>
                </a:cubicBezTo>
                <a:cubicBezTo>
                  <a:pt x="242" y="1120"/>
                  <a:pt x="242" y="1122"/>
                  <a:pt x="243" y="1124"/>
                </a:cubicBezTo>
                <a:cubicBezTo>
                  <a:pt x="152" y="1190"/>
                  <a:pt x="152" y="1190"/>
                  <a:pt x="152" y="1190"/>
                </a:cubicBezTo>
                <a:cubicBezTo>
                  <a:pt x="150" y="1189"/>
                  <a:pt x="148" y="1187"/>
                  <a:pt x="146" y="1186"/>
                </a:cubicBezTo>
                <a:cubicBezTo>
                  <a:pt x="134" y="1170"/>
                  <a:pt x="134" y="1170"/>
                  <a:pt x="134" y="1170"/>
                </a:cubicBezTo>
                <a:cubicBezTo>
                  <a:pt x="102" y="1048"/>
                  <a:pt x="102" y="1048"/>
                  <a:pt x="102" y="1048"/>
                </a:cubicBezTo>
                <a:lnTo>
                  <a:pt x="242" y="1115"/>
                </a:lnTo>
                <a:close/>
                <a:moveTo>
                  <a:pt x="154" y="1202"/>
                </a:moveTo>
                <a:cubicBezTo>
                  <a:pt x="161" y="1211"/>
                  <a:pt x="161" y="1211"/>
                  <a:pt x="161" y="1211"/>
                </a:cubicBezTo>
                <a:cubicBezTo>
                  <a:pt x="153" y="1206"/>
                  <a:pt x="153" y="1206"/>
                  <a:pt x="153" y="1206"/>
                </a:cubicBezTo>
                <a:cubicBezTo>
                  <a:pt x="154" y="1204"/>
                  <a:pt x="154" y="1203"/>
                  <a:pt x="154" y="1202"/>
                </a:cubicBezTo>
                <a:close/>
                <a:moveTo>
                  <a:pt x="154" y="1197"/>
                </a:moveTo>
                <a:cubicBezTo>
                  <a:pt x="154" y="1195"/>
                  <a:pt x="153" y="1194"/>
                  <a:pt x="153" y="1192"/>
                </a:cubicBezTo>
                <a:cubicBezTo>
                  <a:pt x="244" y="1126"/>
                  <a:pt x="244" y="1126"/>
                  <a:pt x="244" y="1126"/>
                </a:cubicBezTo>
                <a:cubicBezTo>
                  <a:pt x="246" y="1128"/>
                  <a:pt x="249" y="1130"/>
                  <a:pt x="253" y="1130"/>
                </a:cubicBezTo>
                <a:cubicBezTo>
                  <a:pt x="253" y="1130"/>
                  <a:pt x="253" y="1130"/>
                  <a:pt x="253" y="1130"/>
                </a:cubicBezTo>
                <a:cubicBezTo>
                  <a:pt x="273" y="1283"/>
                  <a:pt x="273" y="1283"/>
                  <a:pt x="273" y="1283"/>
                </a:cubicBezTo>
                <a:cubicBezTo>
                  <a:pt x="167" y="1215"/>
                  <a:pt x="167" y="1215"/>
                  <a:pt x="167" y="1215"/>
                </a:cubicBezTo>
                <a:lnTo>
                  <a:pt x="154" y="1197"/>
                </a:lnTo>
                <a:close/>
                <a:moveTo>
                  <a:pt x="276" y="1285"/>
                </a:moveTo>
                <a:cubicBezTo>
                  <a:pt x="255" y="1130"/>
                  <a:pt x="255" y="1130"/>
                  <a:pt x="255" y="1130"/>
                </a:cubicBezTo>
                <a:cubicBezTo>
                  <a:pt x="257" y="1129"/>
                  <a:pt x="259" y="1128"/>
                  <a:pt x="260" y="1127"/>
                </a:cubicBezTo>
                <a:cubicBezTo>
                  <a:pt x="458" y="1301"/>
                  <a:pt x="458" y="1301"/>
                  <a:pt x="458" y="1301"/>
                </a:cubicBezTo>
                <a:cubicBezTo>
                  <a:pt x="485" y="1371"/>
                  <a:pt x="485" y="1371"/>
                  <a:pt x="485" y="1371"/>
                </a:cubicBezTo>
                <a:cubicBezTo>
                  <a:pt x="415" y="1374"/>
                  <a:pt x="415" y="1374"/>
                  <a:pt x="415" y="1374"/>
                </a:cubicBezTo>
                <a:lnTo>
                  <a:pt x="276" y="1285"/>
                </a:lnTo>
                <a:close/>
                <a:moveTo>
                  <a:pt x="486" y="1373"/>
                </a:moveTo>
                <a:cubicBezTo>
                  <a:pt x="508" y="1427"/>
                  <a:pt x="508" y="1427"/>
                  <a:pt x="508" y="1427"/>
                </a:cubicBezTo>
                <a:cubicBezTo>
                  <a:pt x="506" y="1428"/>
                  <a:pt x="504" y="1430"/>
                  <a:pt x="503" y="1431"/>
                </a:cubicBezTo>
                <a:cubicBezTo>
                  <a:pt x="419" y="1377"/>
                  <a:pt x="419" y="1377"/>
                  <a:pt x="419" y="1377"/>
                </a:cubicBezTo>
                <a:lnTo>
                  <a:pt x="486" y="1373"/>
                </a:lnTo>
                <a:close/>
                <a:moveTo>
                  <a:pt x="908" y="1342"/>
                </a:moveTo>
                <a:cubicBezTo>
                  <a:pt x="910" y="1344"/>
                  <a:pt x="912" y="1345"/>
                  <a:pt x="915" y="1345"/>
                </a:cubicBezTo>
                <a:cubicBezTo>
                  <a:pt x="916" y="1345"/>
                  <a:pt x="917" y="1345"/>
                  <a:pt x="917" y="1345"/>
                </a:cubicBezTo>
                <a:cubicBezTo>
                  <a:pt x="952" y="1452"/>
                  <a:pt x="952" y="1452"/>
                  <a:pt x="952" y="1452"/>
                </a:cubicBezTo>
                <a:cubicBezTo>
                  <a:pt x="950" y="1453"/>
                  <a:pt x="949" y="1454"/>
                  <a:pt x="948" y="1455"/>
                </a:cubicBezTo>
                <a:cubicBezTo>
                  <a:pt x="928" y="1462"/>
                  <a:pt x="928" y="1462"/>
                  <a:pt x="928" y="1462"/>
                </a:cubicBezTo>
                <a:cubicBezTo>
                  <a:pt x="802" y="1455"/>
                  <a:pt x="802" y="1455"/>
                  <a:pt x="802" y="1455"/>
                </a:cubicBezTo>
                <a:lnTo>
                  <a:pt x="908" y="1342"/>
                </a:lnTo>
                <a:close/>
                <a:moveTo>
                  <a:pt x="965" y="1452"/>
                </a:moveTo>
                <a:cubicBezTo>
                  <a:pt x="975" y="1449"/>
                  <a:pt x="975" y="1449"/>
                  <a:pt x="975" y="1449"/>
                </a:cubicBezTo>
                <a:cubicBezTo>
                  <a:pt x="968" y="1455"/>
                  <a:pt x="968" y="1455"/>
                  <a:pt x="968" y="1455"/>
                </a:cubicBezTo>
                <a:cubicBezTo>
                  <a:pt x="967" y="1454"/>
                  <a:pt x="966" y="1453"/>
                  <a:pt x="965" y="1452"/>
                </a:cubicBezTo>
                <a:close/>
                <a:moveTo>
                  <a:pt x="961" y="1451"/>
                </a:moveTo>
                <a:cubicBezTo>
                  <a:pt x="960" y="1451"/>
                  <a:pt x="959" y="1450"/>
                  <a:pt x="958" y="1450"/>
                </a:cubicBezTo>
                <a:cubicBezTo>
                  <a:pt x="957" y="1450"/>
                  <a:pt x="956" y="1450"/>
                  <a:pt x="955" y="1451"/>
                </a:cubicBezTo>
                <a:cubicBezTo>
                  <a:pt x="920" y="1344"/>
                  <a:pt x="920" y="1344"/>
                  <a:pt x="920" y="1344"/>
                </a:cubicBezTo>
                <a:cubicBezTo>
                  <a:pt x="923" y="1342"/>
                  <a:pt x="925" y="1340"/>
                  <a:pt x="925" y="1337"/>
                </a:cubicBezTo>
                <a:cubicBezTo>
                  <a:pt x="1078" y="1365"/>
                  <a:pt x="1078" y="1365"/>
                  <a:pt x="1078" y="1365"/>
                </a:cubicBezTo>
                <a:cubicBezTo>
                  <a:pt x="981" y="1445"/>
                  <a:pt x="981" y="1445"/>
                  <a:pt x="981" y="1445"/>
                </a:cubicBezTo>
                <a:lnTo>
                  <a:pt x="961" y="1451"/>
                </a:lnTo>
                <a:close/>
                <a:moveTo>
                  <a:pt x="1230" y="1190"/>
                </a:moveTo>
                <a:cubicBezTo>
                  <a:pt x="1288" y="1187"/>
                  <a:pt x="1288" y="1187"/>
                  <a:pt x="1288" y="1187"/>
                </a:cubicBezTo>
                <a:cubicBezTo>
                  <a:pt x="1289" y="1189"/>
                  <a:pt x="1289" y="1190"/>
                  <a:pt x="1290" y="1192"/>
                </a:cubicBezTo>
                <a:cubicBezTo>
                  <a:pt x="1212" y="1256"/>
                  <a:pt x="1212" y="1256"/>
                  <a:pt x="1212" y="1256"/>
                </a:cubicBezTo>
                <a:lnTo>
                  <a:pt x="1230" y="1190"/>
                </a:lnTo>
                <a:close/>
                <a:moveTo>
                  <a:pt x="1310" y="1172"/>
                </a:moveTo>
                <a:cubicBezTo>
                  <a:pt x="1310" y="1172"/>
                  <a:pt x="1309" y="1172"/>
                  <a:pt x="1309" y="1171"/>
                </a:cubicBezTo>
                <a:cubicBezTo>
                  <a:pt x="1347" y="1074"/>
                  <a:pt x="1347" y="1074"/>
                  <a:pt x="1347" y="1074"/>
                </a:cubicBezTo>
                <a:cubicBezTo>
                  <a:pt x="1442" y="1012"/>
                  <a:pt x="1442" y="1012"/>
                  <a:pt x="1442" y="1012"/>
                </a:cubicBezTo>
                <a:cubicBezTo>
                  <a:pt x="1442" y="1012"/>
                  <a:pt x="1442" y="1013"/>
                  <a:pt x="1443" y="1013"/>
                </a:cubicBezTo>
                <a:lnTo>
                  <a:pt x="1310" y="1172"/>
                </a:lnTo>
                <a:close/>
                <a:moveTo>
                  <a:pt x="1348" y="1070"/>
                </a:moveTo>
                <a:cubicBezTo>
                  <a:pt x="1406" y="921"/>
                  <a:pt x="1406" y="921"/>
                  <a:pt x="1406" y="921"/>
                </a:cubicBezTo>
                <a:cubicBezTo>
                  <a:pt x="1445" y="993"/>
                  <a:pt x="1445" y="993"/>
                  <a:pt x="1445" y="993"/>
                </a:cubicBezTo>
                <a:cubicBezTo>
                  <a:pt x="1441" y="996"/>
                  <a:pt x="1439" y="999"/>
                  <a:pt x="1439" y="1004"/>
                </a:cubicBezTo>
                <a:cubicBezTo>
                  <a:pt x="1439" y="1006"/>
                  <a:pt x="1440" y="1008"/>
                  <a:pt x="1441" y="1010"/>
                </a:cubicBezTo>
                <a:lnTo>
                  <a:pt x="1348" y="1070"/>
                </a:lnTo>
                <a:close/>
                <a:moveTo>
                  <a:pt x="1447" y="992"/>
                </a:moveTo>
                <a:cubicBezTo>
                  <a:pt x="1407" y="919"/>
                  <a:pt x="1407" y="919"/>
                  <a:pt x="1407" y="919"/>
                </a:cubicBezTo>
                <a:cubicBezTo>
                  <a:pt x="1450" y="806"/>
                  <a:pt x="1450" y="806"/>
                  <a:pt x="1450" y="806"/>
                </a:cubicBezTo>
                <a:cubicBezTo>
                  <a:pt x="1450" y="991"/>
                  <a:pt x="1450" y="991"/>
                  <a:pt x="1450" y="991"/>
                </a:cubicBezTo>
                <a:cubicBezTo>
                  <a:pt x="1449" y="991"/>
                  <a:pt x="1448" y="991"/>
                  <a:pt x="1447" y="992"/>
                </a:cubicBezTo>
                <a:close/>
                <a:moveTo>
                  <a:pt x="1405" y="915"/>
                </a:moveTo>
                <a:cubicBezTo>
                  <a:pt x="1331" y="779"/>
                  <a:pt x="1331" y="779"/>
                  <a:pt x="1331" y="779"/>
                </a:cubicBezTo>
                <a:cubicBezTo>
                  <a:pt x="1333" y="778"/>
                  <a:pt x="1335" y="775"/>
                  <a:pt x="1335" y="771"/>
                </a:cubicBezTo>
                <a:cubicBezTo>
                  <a:pt x="1449" y="771"/>
                  <a:pt x="1449" y="771"/>
                  <a:pt x="1449" y="771"/>
                </a:cubicBezTo>
                <a:cubicBezTo>
                  <a:pt x="1449" y="773"/>
                  <a:pt x="1450" y="775"/>
                  <a:pt x="1450" y="777"/>
                </a:cubicBezTo>
                <a:cubicBezTo>
                  <a:pt x="1450" y="798"/>
                  <a:pt x="1450" y="798"/>
                  <a:pt x="1450" y="798"/>
                </a:cubicBezTo>
                <a:lnTo>
                  <a:pt x="1405" y="915"/>
                </a:lnTo>
                <a:close/>
                <a:moveTo>
                  <a:pt x="1456" y="783"/>
                </a:moveTo>
                <a:cubicBezTo>
                  <a:pt x="1453" y="791"/>
                  <a:pt x="1453" y="791"/>
                  <a:pt x="1453" y="791"/>
                </a:cubicBezTo>
                <a:cubicBezTo>
                  <a:pt x="1453" y="781"/>
                  <a:pt x="1453" y="781"/>
                  <a:pt x="1453" y="781"/>
                </a:cubicBezTo>
                <a:cubicBezTo>
                  <a:pt x="1454" y="781"/>
                  <a:pt x="1455" y="782"/>
                  <a:pt x="1456" y="783"/>
                </a:cubicBezTo>
                <a:close/>
                <a:moveTo>
                  <a:pt x="1453" y="799"/>
                </a:moveTo>
                <a:cubicBezTo>
                  <a:pt x="1459" y="784"/>
                  <a:pt x="1459" y="784"/>
                  <a:pt x="1459" y="784"/>
                </a:cubicBezTo>
                <a:cubicBezTo>
                  <a:pt x="1459" y="784"/>
                  <a:pt x="1460" y="784"/>
                  <a:pt x="1461" y="784"/>
                </a:cubicBezTo>
                <a:cubicBezTo>
                  <a:pt x="1453" y="946"/>
                  <a:pt x="1453" y="946"/>
                  <a:pt x="1453" y="946"/>
                </a:cubicBezTo>
                <a:lnTo>
                  <a:pt x="1453" y="799"/>
                </a:lnTo>
                <a:close/>
                <a:moveTo>
                  <a:pt x="1459" y="756"/>
                </a:moveTo>
                <a:cubicBezTo>
                  <a:pt x="1453" y="741"/>
                  <a:pt x="1453" y="741"/>
                  <a:pt x="1453" y="741"/>
                </a:cubicBezTo>
                <a:cubicBezTo>
                  <a:pt x="1453" y="594"/>
                  <a:pt x="1453" y="594"/>
                  <a:pt x="1453" y="594"/>
                </a:cubicBezTo>
                <a:cubicBezTo>
                  <a:pt x="1461" y="756"/>
                  <a:pt x="1461" y="756"/>
                  <a:pt x="1461" y="756"/>
                </a:cubicBezTo>
                <a:cubicBezTo>
                  <a:pt x="1460" y="756"/>
                  <a:pt x="1459" y="756"/>
                  <a:pt x="1459" y="756"/>
                </a:cubicBezTo>
                <a:close/>
                <a:moveTo>
                  <a:pt x="1312" y="366"/>
                </a:moveTo>
                <a:cubicBezTo>
                  <a:pt x="1315" y="363"/>
                  <a:pt x="1316" y="360"/>
                  <a:pt x="1316" y="356"/>
                </a:cubicBezTo>
                <a:cubicBezTo>
                  <a:pt x="1316" y="354"/>
                  <a:pt x="1316" y="352"/>
                  <a:pt x="1315" y="350"/>
                </a:cubicBezTo>
                <a:cubicBezTo>
                  <a:pt x="1428" y="506"/>
                  <a:pt x="1428" y="506"/>
                  <a:pt x="1428" y="506"/>
                </a:cubicBezTo>
                <a:lnTo>
                  <a:pt x="1312" y="366"/>
                </a:lnTo>
                <a:close/>
                <a:moveTo>
                  <a:pt x="1310" y="343"/>
                </a:moveTo>
                <a:cubicBezTo>
                  <a:pt x="1308" y="342"/>
                  <a:pt x="1305" y="341"/>
                  <a:pt x="1302" y="341"/>
                </a:cubicBezTo>
                <a:cubicBezTo>
                  <a:pt x="1300" y="341"/>
                  <a:pt x="1297" y="342"/>
                  <a:pt x="1295" y="343"/>
                </a:cubicBezTo>
                <a:cubicBezTo>
                  <a:pt x="1199" y="190"/>
                  <a:pt x="1199" y="190"/>
                  <a:pt x="1199" y="190"/>
                </a:cubicBezTo>
                <a:lnTo>
                  <a:pt x="1310" y="343"/>
                </a:lnTo>
                <a:close/>
                <a:moveTo>
                  <a:pt x="1293" y="344"/>
                </a:moveTo>
                <a:cubicBezTo>
                  <a:pt x="1293" y="345"/>
                  <a:pt x="1292" y="345"/>
                  <a:pt x="1292" y="346"/>
                </a:cubicBezTo>
                <a:cubicBezTo>
                  <a:pt x="1211" y="280"/>
                  <a:pt x="1211" y="280"/>
                  <a:pt x="1211" y="280"/>
                </a:cubicBezTo>
                <a:cubicBezTo>
                  <a:pt x="1181" y="170"/>
                  <a:pt x="1181" y="170"/>
                  <a:pt x="1181" y="170"/>
                </a:cubicBezTo>
                <a:cubicBezTo>
                  <a:pt x="1182" y="170"/>
                  <a:pt x="1182" y="169"/>
                  <a:pt x="1183" y="169"/>
                </a:cubicBezTo>
                <a:lnTo>
                  <a:pt x="1293" y="344"/>
                </a:lnTo>
                <a:close/>
                <a:moveTo>
                  <a:pt x="1165" y="159"/>
                </a:moveTo>
                <a:cubicBezTo>
                  <a:pt x="1082" y="174"/>
                  <a:pt x="1082" y="174"/>
                  <a:pt x="1082" y="174"/>
                </a:cubicBezTo>
                <a:cubicBezTo>
                  <a:pt x="988" y="98"/>
                  <a:pt x="988" y="98"/>
                  <a:pt x="988" y="98"/>
                </a:cubicBezTo>
                <a:cubicBezTo>
                  <a:pt x="1165" y="155"/>
                  <a:pt x="1165" y="155"/>
                  <a:pt x="1165" y="155"/>
                </a:cubicBezTo>
                <a:cubicBezTo>
                  <a:pt x="1165" y="156"/>
                  <a:pt x="1165" y="157"/>
                  <a:pt x="1165" y="158"/>
                </a:cubicBezTo>
                <a:cubicBezTo>
                  <a:pt x="1165" y="158"/>
                  <a:pt x="1165" y="158"/>
                  <a:pt x="1165" y="159"/>
                </a:cubicBezTo>
                <a:close/>
                <a:moveTo>
                  <a:pt x="1125" y="139"/>
                </a:moveTo>
                <a:cubicBezTo>
                  <a:pt x="982" y="93"/>
                  <a:pt x="982" y="93"/>
                  <a:pt x="982" y="93"/>
                </a:cubicBezTo>
                <a:cubicBezTo>
                  <a:pt x="969" y="83"/>
                  <a:pt x="969" y="83"/>
                  <a:pt x="969" y="83"/>
                </a:cubicBezTo>
                <a:cubicBezTo>
                  <a:pt x="970" y="82"/>
                  <a:pt x="970" y="82"/>
                  <a:pt x="970" y="81"/>
                </a:cubicBezTo>
                <a:lnTo>
                  <a:pt x="1125" y="139"/>
                </a:lnTo>
                <a:close/>
                <a:moveTo>
                  <a:pt x="944" y="73"/>
                </a:moveTo>
                <a:cubicBezTo>
                  <a:pt x="944" y="73"/>
                  <a:pt x="944" y="74"/>
                  <a:pt x="944" y="74"/>
                </a:cubicBezTo>
                <a:cubicBezTo>
                  <a:pt x="927" y="75"/>
                  <a:pt x="927" y="75"/>
                  <a:pt x="927" y="75"/>
                </a:cubicBezTo>
                <a:cubicBezTo>
                  <a:pt x="786" y="29"/>
                  <a:pt x="786" y="29"/>
                  <a:pt x="786" y="29"/>
                </a:cubicBezTo>
                <a:lnTo>
                  <a:pt x="944" y="73"/>
                </a:lnTo>
                <a:close/>
                <a:moveTo>
                  <a:pt x="920" y="76"/>
                </a:moveTo>
                <a:cubicBezTo>
                  <a:pt x="799" y="82"/>
                  <a:pt x="799" y="82"/>
                  <a:pt x="799" y="82"/>
                </a:cubicBezTo>
                <a:cubicBezTo>
                  <a:pt x="741" y="22"/>
                  <a:pt x="741" y="22"/>
                  <a:pt x="741" y="22"/>
                </a:cubicBezTo>
                <a:cubicBezTo>
                  <a:pt x="742" y="21"/>
                  <a:pt x="743" y="19"/>
                  <a:pt x="743" y="18"/>
                </a:cubicBezTo>
                <a:lnTo>
                  <a:pt x="920" y="76"/>
                </a:lnTo>
                <a:close/>
                <a:moveTo>
                  <a:pt x="722" y="20"/>
                </a:moveTo>
                <a:cubicBezTo>
                  <a:pt x="633" y="92"/>
                  <a:pt x="633" y="92"/>
                  <a:pt x="633" y="92"/>
                </a:cubicBezTo>
                <a:cubicBezTo>
                  <a:pt x="528" y="97"/>
                  <a:pt x="528" y="97"/>
                  <a:pt x="528" y="97"/>
                </a:cubicBezTo>
                <a:cubicBezTo>
                  <a:pt x="528" y="97"/>
                  <a:pt x="528" y="96"/>
                  <a:pt x="528" y="96"/>
                </a:cubicBezTo>
                <a:cubicBezTo>
                  <a:pt x="721" y="19"/>
                  <a:pt x="721" y="19"/>
                  <a:pt x="721" y="19"/>
                </a:cubicBezTo>
                <a:cubicBezTo>
                  <a:pt x="721" y="19"/>
                  <a:pt x="721" y="20"/>
                  <a:pt x="722" y="20"/>
                </a:cubicBezTo>
                <a:close/>
                <a:moveTo>
                  <a:pt x="527" y="93"/>
                </a:moveTo>
                <a:cubicBezTo>
                  <a:pt x="525" y="89"/>
                  <a:pt x="521" y="85"/>
                  <a:pt x="516" y="85"/>
                </a:cubicBezTo>
                <a:cubicBezTo>
                  <a:pt x="694" y="27"/>
                  <a:pt x="694" y="27"/>
                  <a:pt x="694" y="27"/>
                </a:cubicBezTo>
                <a:lnTo>
                  <a:pt x="527" y="93"/>
                </a:lnTo>
                <a:close/>
                <a:moveTo>
                  <a:pt x="505" y="88"/>
                </a:moveTo>
                <a:cubicBezTo>
                  <a:pt x="502" y="91"/>
                  <a:pt x="500" y="95"/>
                  <a:pt x="500" y="100"/>
                </a:cubicBezTo>
                <a:cubicBezTo>
                  <a:pt x="500" y="100"/>
                  <a:pt x="500" y="101"/>
                  <a:pt x="500" y="102"/>
                </a:cubicBezTo>
                <a:cubicBezTo>
                  <a:pt x="327" y="146"/>
                  <a:pt x="327" y="146"/>
                  <a:pt x="327" y="146"/>
                </a:cubicBezTo>
                <a:lnTo>
                  <a:pt x="505" y="88"/>
                </a:lnTo>
                <a:close/>
                <a:moveTo>
                  <a:pt x="501" y="105"/>
                </a:moveTo>
                <a:cubicBezTo>
                  <a:pt x="501" y="105"/>
                  <a:pt x="501" y="106"/>
                  <a:pt x="502" y="106"/>
                </a:cubicBezTo>
                <a:cubicBezTo>
                  <a:pt x="414" y="163"/>
                  <a:pt x="414" y="163"/>
                  <a:pt x="414" y="163"/>
                </a:cubicBezTo>
                <a:cubicBezTo>
                  <a:pt x="299" y="157"/>
                  <a:pt x="299" y="157"/>
                  <a:pt x="299" y="157"/>
                </a:cubicBezTo>
                <a:cubicBezTo>
                  <a:pt x="299" y="157"/>
                  <a:pt x="299" y="156"/>
                  <a:pt x="299" y="156"/>
                </a:cubicBezTo>
                <a:lnTo>
                  <a:pt x="501" y="105"/>
                </a:lnTo>
                <a:close/>
                <a:moveTo>
                  <a:pt x="166" y="323"/>
                </a:moveTo>
                <a:cubicBezTo>
                  <a:pt x="152" y="332"/>
                  <a:pt x="152" y="332"/>
                  <a:pt x="152" y="332"/>
                </a:cubicBezTo>
                <a:cubicBezTo>
                  <a:pt x="151" y="331"/>
                  <a:pt x="151" y="331"/>
                  <a:pt x="151" y="330"/>
                </a:cubicBezTo>
                <a:cubicBezTo>
                  <a:pt x="256" y="199"/>
                  <a:pt x="256" y="199"/>
                  <a:pt x="256" y="199"/>
                </a:cubicBezTo>
                <a:lnTo>
                  <a:pt x="166" y="323"/>
                </a:lnTo>
                <a:close/>
                <a:moveTo>
                  <a:pt x="134" y="353"/>
                </a:moveTo>
                <a:cubicBezTo>
                  <a:pt x="135" y="354"/>
                  <a:pt x="135" y="354"/>
                  <a:pt x="136" y="354"/>
                </a:cubicBezTo>
                <a:cubicBezTo>
                  <a:pt x="132" y="369"/>
                  <a:pt x="132" y="369"/>
                  <a:pt x="132" y="369"/>
                </a:cubicBezTo>
                <a:cubicBezTo>
                  <a:pt x="44" y="491"/>
                  <a:pt x="44" y="491"/>
                  <a:pt x="44" y="491"/>
                </a:cubicBezTo>
                <a:lnTo>
                  <a:pt x="134" y="353"/>
                </a:lnTo>
                <a:close/>
                <a:moveTo>
                  <a:pt x="130" y="377"/>
                </a:moveTo>
                <a:cubicBezTo>
                  <a:pt x="99" y="494"/>
                  <a:pt x="99" y="494"/>
                  <a:pt x="99" y="494"/>
                </a:cubicBezTo>
                <a:cubicBezTo>
                  <a:pt x="23" y="530"/>
                  <a:pt x="23" y="530"/>
                  <a:pt x="23" y="530"/>
                </a:cubicBezTo>
                <a:cubicBezTo>
                  <a:pt x="22" y="529"/>
                  <a:pt x="22" y="528"/>
                  <a:pt x="21" y="527"/>
                </a:cubicBezTo>
                <a:lnTo>
                  <a:pt x="130" y="377"/>
                </a:lnTo>
                <a:close/>
                <a:moveTo>
                  <a:pt x="23" y="1010"/>
                </a:moveTo>
                <a:cubicBezTo>
                  <a:pt x="99" y="1046"/>
                  <a:pt x="99" y="1046"/>
                  <a:pt x="99" y="1046"/>
                </a:cubicBezTo>
                <a:cubicBezTo>
                  <a:pt x="130" y="1163"/>
                  <a:pt x="130" y="1163"/>
                  <a:pt x="130" y="1163"/>
                </a:cubicBezTo>
                <a:cubicBezTo>
                  <a:pt x="21" y="1013"/>
                  <a:pt x="21" y="1013"/>
                  <a:pt x="21" y="1013"/>
                </a:cubicBezTo>
                <a:cubicBezTo>
                  <a:pt x="22" y="1012"/>
                  <a:pt x="22" y="1011"/>
                  <a:pt x="23" y="1010"/>
                </a:cubicBezTo>
                <a:close/>
                <a:moveTo>
                  <a:pt x="44" y="1049"/>
                </a:moveTo>
                <a:cubicBezTo>
                  <a:pt x="132" y="1171"/>
                  <a:pt x="132" y="1171"/>
                  <a:pt x="132" y="1171"/>
                </a:cubicBezTo>
                <a:cubicBezTo>
                  <a:pt x="136" y="1186"/>
                  <a:pt x="136" y="1186"/>
                  <a:pt x="136" y="1186"/>
                </a:cubicBezTo>
                <a:cubicBezTo>
                  <a:pt x="135" y="1186"/>
                  <a:pt x="135" y="1186"/>
                  <a:pt x="134" y="1187"/>
                </a:cubicBezTo>
                <a:lnTo>
                  <a:pt x="44" y="1049"/>
                </a:lnTo>
                <a:close/>
                <a:moveTo>
                  <a:pt x="151" y="1210"/>
                </a:moveTo>
                <a:cubicBezTo>
                  <a:pt x="151" y="1209"/>
                  <a:pt x="151" y="1209"/>
                  <a:pt x="152" y="1208"/>
                </a:cubicBezTo>
                <a:cubicBezTo>
                  <a:pt x="166" y="1217"/>
                  <a:pt x="166" y="1217"/>
                  <a:pt x="166" y="1217"/>
                </a:cubicBezTo>
                <a:cubicBezTo>
                  <a:pt x="256" y="1341"/>
                  <a:pt x="256" y="1341"/>
                  <a:pt x="256" y="1341"/>
                </a:cubicBezTo>
                <a:lnTo>
                  <a:pt x="151" y="1210"/>
                </a:lnTo>
                <a:close/>
                <a:moveTo>
                  <a:pt x="299" y="1383"/>
                </a:moveTo>
                <a:cubicBezTo>
                  <a:pt x="414" y="1377"/>
                  <a:pt x="414" y="1377"/>
                  <a:pt x="414" y="1377"/>
                </a:cubicBezTo>
                <a:cubicBezTo>
                  <a:pt x="502" y="1434"/>
                  <a:pt x="502" y="1434"/>
                  <a:pt x="502" y="1434"/>
                </a:cubicBezTo>
                <a:cubicBezTo>
                  <a:pt x="501" y="1434"/>
                  <a:pt x="501" y="1435"/>
                  <a:pt x="501" y="1435"/>
                </a:cubicBezTo>
                <a:cubicBezTo>
                  <a:pt x="299" y="1384"/>
                  <a:pt x="299" y="1384"/>
                  <a:pt x="299" y="1384"/>
                </a:cubicBezTo>
                <a:cubicBezTo>
                  <a:pt x="299" y="1384"/>
                  <a:pt x="299" y="1383"/>
                  <a:pt x="299" y="1383"/>
                </a:cubicBezTo>
                <a:close/>
                <a:moveTo>
                  <a:pt x="500" y="1438"/>
                </a:moveTo>
                <a:cubicBezTo>
                  <a:pt x="500" y="1439"/>
                  <a:pt x="500" y="1440"/>
                  <a:pt x="500" y="1440"/>
                </a:cubicBezTo>
                <a:cubicBezTo>
                  <a:pt x="500" y="1445"/>
                  <a:pt x="502" y="1449"/>
                  <a:pt x="505" y="1452"/>
                </a:cubicBezTo>
                <a:cubicBezTo>
                  <a:pt x="327" y="1394"/>
                  <a:pt x="327" y="1394"/>
                  <a:pt x="327" y="1394"/>
                </a:cubicBezTo>
                <a:lnTo>
                  <a:pt x="500" y="1438"/>
                </a:lnTo>
                <a:close/>
                <a:moveTo>
                  <a:pt x="516" y="1455"/>
                </a:moveTo>
                <a:cubicBezTo>
                  <a:pt x="521" y="1455"/>
                  <a:pt x="525" y="1451"/>
                  <a:pt x="527" y="1447"/>
                </a:cubicBezTo>
                <a:cubicBezTo>
                  <a:pt x="694" y="1513"/>
                  <a:pt x="694" y="1513"/>
                  <a:pt x="694" y="1513"/>
                </a:cubicBezTo>
                <a:lnTo>
                  <a:pt x="516" y="1455"/>
                </a:lnTo>
                <a:close/>
                <a:moveTo>
                  <a:pt x="528" y="1444"/>
                </a:moveTo>
                <a:cubicBezTo>
                  <a:pt x="528" y="1444"/>
                  <a:pt x="528" y="1443"/>
                  <a:pt x="528" y="1443"/>
                </a:cubicBezTo>
                <a:cubicBezTo>
                  <a:pt x="633" y="1448"/>
                  <a:pt x="633" y="1448"/>
                  <a:pt x="633" y="1448"/>
                </a:cubicBezTo>
                <a:cubicBezTo>
                  <a:pt x="722" y="1520"/>
                  <a:pt x="722" y="1520"/>
                  <a:pt x="722" y="1520"/>
                </a:cubicBezTo>
                <a:cubicBezTo>
                  <a:pt x="721" y="1520"/>
                  <a:pt x="721" y="1521"/>
                  <a:pt x="721" y="1521"/>
                </a:cubicBezTo>
                <a:lnTo>
                  <a:pt x="528" y="1444"/>
                </a:lnTo>
                <a:close/>
                <a:moveTo>
                  <a:pt x="741" y="1518"/>
                </a:moveTo>
                <a:cubicBezTo>
                  <a:pt x="799" y="1458"/>
                  <a:pt x="799" y="1458"/>
                  <a:pt x="799" y="1458"/>
                </a:cubicBezTo>
                <a:cubicBezTo>
                  <a:pt x="920" y="1464"/>
                  <a:pt x="920" y="1464"/>
                  <a:pt x="920" y="1464"/>
                </a:cubicBezTo>
                <a:cubicBezTo>
                  <a:pt x="743" y="1522"/>
                  <a:pt x="743" y="1522"/>
                  <a:pt x="743" y="1522"/>
                </a:cubicBezTo>
                <a:cubicBezTo>
                  <a:pt x="743" y="1520"/>
                  <a:pt x="742" y="1519"/>
                  <a:pt x="741" y="1518"/>
                </a:cubicBezTo>
                <a:close/>
                <a:moveTo>
                  <a:pt x="786" y="1511"/>
                </a:moveTo>
                <a:cubicBezTo>
                  <a:pt x="927" y="1465"/>
                  <a:pt x="927" y="1465"/>
                  <a:pt x="927" y="1465"/>
                </a:cubicBezTo>
                <a:cubicBezTo>
                  <a:pt x="944" y="1466"/>
                  <a:pt x="944" y="1466"/>
                  <a:pt x="944" y="1466"/>
                </a:cubicBezTo>
                <a:cubicBezTo>
                  <a:pt x="944" y="1466"/>
                  <a:pt x="944" y="1467"/>
                  <a:pt x="944" y="1467"/>
                </a:cubicBezTo>
                <a:lnTo>
                  <a:pt x="786" y="1511"/>
                </a:lnTo>
                <a:close/>
                <a:moveTo>
                  <a:pt x="970" y="1459"/>
                </a:moveTo>
                <a:cubicBezTo>
                  <a:pt x="970" y="1458"/>
                  <a:pt x="970" y="1458"/>
                  <a:pt x="969" y="1457"/>
                </a:cubicBezTo>
                <a:cubicBezTo>
                  <a:pt x="982" y="1447"/>
                  <a:pt x="982" y="1447"/>
                  <a:pt x="982" y="1447"/>
                </a:cubicBezTo>
                <a:cubicBezTo>
                  <a:pt x="1125" y="1401"/>
                  <a:pt x="1125" y="1401"/>
                  <a:pt x="1125" y="1401"/>
                </a:cubicBezTo>
                <a:lnTo>
                  <a:pt x="970" y="1459"/>
                </a:lnTo>
                <a:close/>
                <a:moveTo>
                  <a:pt x="988" y="1442"/>
                </a:moveTo>
                <a:cubicBezTo>
                  <a:pt x="1082" y="1366"/>
                  <a:pt x="1082" y="1366"/>
                  <a:pt x="1082" y="1366"/>
                </a:cubicBezTo>
                <a:cubicBezTo>
                  <a:pt x="1165" y="1381"/>
                  <a:pt x="1165" y="1381"/>
                  <a:pt x="1165" y="1381"/>
                </a:cubicBezTo>
                <a:cubicBezTo>
                  <a:pt x="1165" y="1382"/>
                  <a:pt x="1165" y="1382"/>
                  <a:pt x="1165" y="1382"/>
                </a:cubicBezTo>
                <a:cubicBezTo>
                  <a:pt x="1165" y="1383"/>
                  <a:pt x="1165" y="1384"/>
                  <a:pt x="1165" y="1385"/>
                </a:cubicBezTo>
                <a:lnTo>
                  <a:pt x="988" y="1442"/>
                </a:lnTo>
                <a:close/>
                <a:moveTo>
                  <a:pt x="1181" y="1370"/>
                </a:moveTo>
                <a:cubicBezTo>
                  <a:pt x="1211" y="1260"/>
                  <a:pt x="1211" y="1260"/>
                  <a:pt x="1211" y="1260"/>
                </a:cubicBezTo>
                <a:cubicBezTo>
                  <a:pt x="1292" y="1194"/>
                  <a:pt x="1292" y="1194"/>
                  <a:pt x="1292" y="1194"/>
                </a:cubicBezTo>
                <a:cubicBezTo>
                  <a:pt x="1292" y="1195"/>
                  <a:pt x="1293" y="1195"/>
                  <a:pt x="1293" y="1196"/>
                </a:cubicBezTo>
                <a:cubicBezTo>
                  <a:pt x="1183" y="1371"/>
                  <a:pt x="1183" y="1371"/>
                  <a:pt x="1183" y="1371"/>
                </a:cubicBezTo>
                <a:cubicBezTo>
                  <a:pt x="1182" y="1371"/>
                  <a:pt x="1182" y="1370"/>
                  <a:pt x="1181" y="1370"/>
                </a:cubicBezTo>
                <a:close/>
                <a:moveTo>
                  <a:pt x="1295" y="1197"/>
                </a:moveTo>
                <a:cubicBezTo>
                  <a:pt x="1297" y="1198"/>
                  <a:pt x="1300" y="1199"/>
                  <a:pt x="1302" y="1199"/>
                </a:cubicBezTo>
                <a:cubicBezTo>
                  <a:pt x="1305" y="1199"/>
                  <a:pt x="1308" y="1198"/>
                  <a:pt x="1310" y="1197"/>
                </a:cubicBezTo>
                <a:cubicBezTo>
                  <a:pt x="1199" y="1350"/>
                  <a:pt x="1199" y="1350"/>
                  <a:pt x="1199" y="1350"/>
                </a:cubicBezTo>
                <a:lnTo>
                  <a:pt x="1295" y="1197"/>
                </a:lnTo>
                <a:close/>
                <a:moveTo>
                  <a:pt x="1315" y="1190"/>
                </a:moveTo>
                <a:cubicBezTo>
                  <a:pt x="1316" y="1188"/>
                  <a:pt x="1316" y="1186"/>
                  <a:pt x="1316" y="1184"/>
                </a:cubicBezTo>
                <a:cubicBezTo>
                  <a:pt x="1316" y="1180"/>
                  <a:pt x="1315" y="1177"/>
                  <a:pt x="1312" y="1174"/>
                </a:cubicBezTo>
                <a:cubicBezTo>
                  <a:pt x="1428" y="1034"/>
                  <a:pt x="1428" y="1034"/>
                  <a:pt x="1428" y="1034"/>
                </a:cubicBezTo>
                <a:lnTo>
                  <a:pt x="1315" y="119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 w="3175" cap="flat" cmpd="sng" algn="ctr">
            <a:solidFill>
              <a:srgbClr val="A2DAFC">
                <a:alpha val="0"/>
              </a:srgbClr>
            </a:solidFill>
            <a:prstDash val="sysDash"/>
            <a:miter lim="800000"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434340" fontAlgn="ctr">
              <a:buClr>
                <a:prstClr val="white"/>
              </a:buClr>
              <a:buSzPct val="60000"/>
              <a:defRPr/>
            </a:pPr>
            <a:endParaRPr lang="en-US" altLang="zh-CN" sz="1255" kern="0" dirty="0">
              <a:solidFill>
                <a:srgbClr val="FFFFFF"/>
              </a:solidFill>
              <a:latin typeface="Arial" panose="020B0604020202020204" pitchFamily="34" charset="0"/>
              <a:ea typeface="方正兰亭中黑_GBK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Freeform 6"/>
          <p:cNvSpPr>
            <a:spLocks noEditPoints="1"/>
          </p:cNvSpPr>
          <p:nvPr userDrawn="1"/>
        </p:nvSpPr>
        <p:spPr bwMode="auto">
          <a:xfrm>
            <a:off x="1072378" y="1943624"/>
            <a:ext cx="401238" cy="396444"/>
          </a:xfrm>
          <a:custGeom>
            <a:avLst/>
            <a:gdLst/>
            <a:ahLst/>
            <a:cxnLst>
              <a:cxn ang="0">
                <a:pos x="720" y="13"/>
              </a:cxn>
              <a:cxn ang="0">
                <a:pos x="132" y="1188"/>
              </a:cxn>
              <a:cxn ang="0">
                <a:pos x="1177" y="1395"/>
              </a:cxn>
              <a:cxn ang="0">
                <a:pos x="925" y="1329"/>
              </a:cxn>
              <a:cxn ang="0">
                <a:pos x="904" y="1336"/>
              </a:cxn>
              <a:cxn ang="0">
                <a:pos x="284" y="1370"/>
              </a:cxn>
              <a:cxn ang="0">
                <a:pos x="629" y="95"/>
              </a:cxn>
              <a:cxn ang="0">
                <a:pos x="944" y="77"/>
              </a:cxn>
              <a:cxn ang="0">
                <a:pos x="1208" y="277"/>
              </a:cxn>
              <a:cxn ang="0">
                <a:pos x="1453" y="749"/>
              </a:cxn>
              <a:cxn ang="0">
                <a:pos x="1231" y="1187"/>
              </a:cxn>
              <a:cxn ang="0">
                <a:pos x="298" y="994"/>
              </a:cxn>
              <a:cxn ang="0">
                <a:pos x="91" y="770"/>
              </a:cxn>
              <a:cxn ang="0">
                <a:pos x="1288" y="356"/>
              </a:cxn>
              <a:cxn ang="0">
                <a:pos x="1285" y="429"/>
              </a:cxn>
              <a:cxn ang="0">
                <a:pos x="907" y="1326"/>
              </a:cxn>
              <a:cxn ang="0">
                <a:pos x="346" y="488"/>
              </a:cxn>
              <a:cxn ang="0">
                <a:pos x="1263" y="500"/>
              </a:cxn>
              <a:cxn ang="0">
                <a:pos x="1184" y="758"/>
              </a:cxn>
              <a:cxn ang="0">
                <a:pos x="1004" y="565"/>
              </a:cxn>
              <a:cxn ang="0">
                <a:pos x="393" y="769"/>
              </a:cxn>
              <a:cxn ang="0">
                <a:pos x="359" y="514"/>
              </a:cxn>
              <a:cxn ang="0">
                <a:pos x="720" y="781"/>
              </a:cxn>
              <a:cxn ang="0">
                <a:pos x="1004" y="977"/>
              </a:cxn>
              <a:cxn ang="0">
                <a:pos x="1314" y="771"/>
              </a:cxn>
              <a:cxn ang="0">
                <a:pos x="1013" y="554"/>
              </a:cxn>
              <a:cxn ang="0">
                <a:pos x="879" y="314"/>
              </a:cxn>
              <a:cxn ang="0">
                <a:pos x="680" y="395"/>
              </a:cxn>
              <a:cxn ang="0">
                <a:pos x="373" y="495"/>
              </a:cxn>
              <a:cxn ang="0">
                <a:pos x="301" y="547"/>
              </a:cxn>
              <a:cxn ang="0">
                <a:pos x="553" y="1104"/>
              </a:cxn>
              <a:cxn ang="0">
                <a:pos x="861" y="1204"/>
              </a:cxn>
              <a:cxn ang="0">
                <a:pos x="1005" y="979"/>
              </a:cxn>
              <a:cxn ang="0">
                <a:pos x="1263" y="1040"/>
              </a:cxn>
              <a:cxn ang="0">
                <a:pos x="1265" y="506"/>
              </a:cxn>
              <a:cxn ang="0">
                <a:pos x="924" y="213"/>
              </a:cxn>
              <a:cxn ang="0">
                <a:pos x="488" y="169"/>
              </a:cxn>
              <a:cxn ang="0">
                <a:pos x="146" y="671"/>
              </a:cxn>
              <a:cxn ang="0">
                <a:pos x="105" y="781"/>
              </a:cxn>
              <a:cxn ang="0">
                <a:pos x="615" y="1127"/>
              </a:cxn>
              <a:cxn ang="0">
                <a:pos x="617" y="1128"/>
              </a:cxn>
              <a:cxn ang="0">
                <a:pos x="1233" y="1147"/>
              </a:cxn>
              <a:cxn ang="0">
                <a:pos x="1285" y="1111"/>
              </a:cxn>
              <a:cxn ang="0">
                <a:pos x="948" y="85"/>
              </a:cxn>
              <a:cxn ang="0">
                <a:pos x="415" y="165"/>
              </a:cxn>
              <a:cxn ang="0">
                <a:pos x="154" y="338"/>
              </a:cxn>
              <a:cxn ang="0">
                <a:pos x="25" y="536"/>
              </a:cxn>
              <a:cxn ang="0">
                <a:pos x="28" y="785"/>
              </a:cxn>
              <a:cxn ang="0">
                <a:pos x="59" y="885"/>
              </a:cxn>
              <a:cxn ang="0">
                <a:pos x="273" y="1283"/>
              </a:cxn>
              <a:cxn ang="0">
                <a:pos x="952" y="1452"/>
              </a:cxn>
              <a:cxn ang="0">
                <a:pos x="1288" y="1187"/>
              </a:cxn>
              <a:cxn ang="0">
                <a:pos x="1450" y="806"/>
              </a:cxn>
              <a:cxn ang="0">
                <a:pos x="1453" y="799"/>
              </a:cxn>
              <a:cxn ang="0">
                <a:pos x="1211" y="280"/>
              </a:cxn>
              <a:cxn ang="0">
                <a:pos x="786" y="29"/>
              </a:cxn>
              <a:cxn ang="0">
                <a:pos x="500" y="100"/>
              </a:cxn>
              <a:cxn ang="0">
                <a:pos x="44" y="491"/>
              </a:cxn>
              <a:cxn ang="0">
                <a:pos x="152" y="1208"/>
              </a:cxn>
              <a:cxn ang="0">
                <a:pos x="516" y="1455"/>
              </a:cxn>
              <a:cxn ang="0">
                <a:pos x="969" y="1457"/>
              </a:cxn>
              <a:cxn ang="0">
                <a:pos x="1310" y="1197"/>
              </a:cxn>
            </a:cxnLst>
            <a:rect l="0" t="0" r="r" b="b"/>
            <a:pathLst>
              <a:path w="1477" h="1540">
                <a:moveTo>
                  <a:pt x="1477" y="770"/>
                </a:moveTo>
                <a:cubicBezTo>
                  <a:pt x="1477" y="762"/>
                  <a:pt x="1471" y="756"/>
                  <a:pt x="1463" y="755"/>
                </a:cubicBezTo>
                <a:cubicBezTo>
                  <a:pt x="1454" y="549"/>
                  <a:pt x="1454" y="549"/>
                  <a:pt x="1454" y="549"/>
                </a:cubicBezTo>
                <a:cubicBezTo>
                  <a:pt x="1460" y="548"/>
                  <a:pt x="1464" y="543"/>
                  <a:pt x="1464" y="536"/>
                </a:cubicBezTo>
                <a:cubicBezTo>
                  <a:pt x="1464" y="529"/>
                  <a:pt x="1459" y="523"/>
                  <a:pt x="1452" y="523"/>
                </a:cubicBezTo>
                <a:cubicBezTo>
                  <a:pt x="1449" y="523"/>
                  <a:pt x="1447" y="524"/>
                  <a:pt x="1445" y="525"/>
                </a:cubicBezTo>
                <a:cubicBezTo>
                  <a:pt x="1185" y="167"/>
                  <a:pt x="1185" y="167"/>
                  <a:pt x="1185" y="167"/>
                </a:cubicBezTo>
                <a:cubicBezTo>
                  <a:pt x="1188" y="165"/>
                  <a:pt x="1189" y="161"/>
                  <a:pt x="1189" y="158"/>
                </a:cubicBezTo>
                <a:cubicBezTo>
                  <a:pt x="1189" y="150"/>
                  <a:pt x="1184" y="145"/>
                  <a:pt x="1177" y="145"/>
                </a:cubicBezTo>
                <a:cubicBezTo>
                  <a:pt x="1172" y="145"/>
                  <a:pt x="1168" y="148"/>
                  <a:pt x="1166" y="152"/>
                </a:cubicBezTo>
                <a:cubicBezTo>
                  <a:pt x="971" y="79"/>
                  <a:pt x="971" y="79"/>
                  <a:pt x="971" y="79"/>
                </a:cubicBezTo>
                <a:cubicBezTo>
                  <a:pt x="971" y="77"/>
                  <a:pt x="971" y="76"/>
                  <a:pt x="971" y="75"/>
                </a:cubicBezTo>
                <a:cubicBezTo>
                  <a:pt x="971" y="67"/>
                  <a:pt x="965" y="60"/>
                  <a:pt x="958" y="60"/>
                </a:cubicBezTo>
                <a:cubicBezTo>
                  <a:pt x="952" y="60"/>
                  <a:pt x="947" y="64"/>
                  <a:pt x="945" y="70"/>
                </a:cubicBezTo>
                <a:cubicBezTo>
                  <a:pt x="744" y="15"/>
                  <a:pt x="744" y="15"/>
                  <a:pt x="744" y="15"/>
                </a:cubicBezTo>
                <a:cubicBezTo>
                  <a:pt x="744" y="15"/>
                  <a:pt x="744" y="14"/>
                  <a:pt x="744" y="13"/>
                </a:cubicBezTo>
                <a:cubicBezTo>
                  <a:pt x="744" y="6"/>
                  <a:pt x="739" y="0"/>
                  <a:pt x="732" y="0"/>
                </a:cubicBezTo>
                <a:cubicBezTo>
                  <a:pt x="725" y="0"/>
                  <a:pt x="720" y="6"/>
                  <a:pt x="720" y="13"/>
                </a:cubicBezTo>
                <a:cubicBezTo>
                  <a:pt x="720" y="14"/>
                  <a:pt x="720" y="15"/>
                  <a:pt x="720" y="16"/>
                </a:cubicBezTo>
                <a:cubicBezTo>
                  <a:pt x="298" y="153"/>
                  <a:pt x="298" y="153"/>
                  <a:pt x="298" y="153"/>
                </a:cubicBezTo>
                <a:cubicBezTo>
                  <a:pt x="297" y="148"/>
                  <a:pt x="292" y="145"/>
                  <a:pt x="287" y="145"/>
                </a:cubicBezTo>
                <a:cubicBezTo>
                  <a:pt x="280" y="145"/>
                  <a:pt x="275" y="150"/>
                  <a:pt x="275" y="158"/>
                </a:cubicBezTo>
                <a:cubicBezTo>
                  <a:pt x="275" y="161"/>
                  <a:pt x="276" y="165"/>
                  <a:pt x="278" y="167"/>
                </a:cubicBezTo>
                <a:cubicBezTo>
                  <a:pt x="149" y="329"/>
                  <a:pt x="149" y="329"/>
                  <a:pt x="149" y="329"/>
                </a:cubicBezTo>
                <a:cubicBezTo>
                  <a:pt x="147" y="327"/>
                  <a:pt x="144" y="326"/>
                  <a:pt x="141" y="326"/>
                </a:cubicBezTo>
                <a:cubicBezTo>
                  <a:pt x="133" y="326"/>
                  <a:pt x="127" y="332"/>
                  <a:pt x="127" y="341"/>
                </a:cubicBezTo>
                <a:cubicBezTo>
                  <a:pt x="127" y="345"/>
                  <a:pt x="129" y="349"/>
                  <a:pt x="132" y="352"/>
                </a:cubicBezTo>
                <a:cubicBezTo>
                  <a:pt x="18" y="525"/>
                  <a:pt x="18" y="525"/>
                  <a:pt x="18" y="525"/>
                </a:cubicBezTo>
                <a:cubicBezTo>
                  <a:pt x="16" y="524"/>
                  <a:pt x="14" y="523"/>
                  <a:pt x="12" y="523"/>
                </a:cubicBezTo>
                <a:cubicBezTo>
                  <a:pt x="5" y="523"/>
                  <a:pt x="0" y="529"/>
                  <a:pt x="0" y="536"/>
                </a:cubicBezTo>
                <a:cubicBezTo>
                  <a:pt x="0" y="543"/>
                  <a:pt x="5" y="548"/>
                  <a:pt x="11" y="549"/>
                </a:cubicBezTo>
                <a:cubicBezTo>
                  <a:pt x="11" y="991"/>
                  <a:pt x="11" y="991"/>
                  <a:pt x="11" y="991"/>
                </a:cubicBezTo>
                <a:cubicBezTo>
                  <a:pt x="5" y="992"/>
                  <a:pt x="0" y="997"/>
                  <a:pt x="0" y="1004"/>
                </a:cubicBezTo>
                <a:cubicBezTo>
                  <a:pt x="0" y="1011"/>
                  <a:pt x="5" y="1017"/>
                  <a:pt x="12" y="1017"/>
                </a:cubicBezTo>
                <a:cubicBezTo>
                  <a:pt x="14" y="1017"/>
                  <a:pt x="16" y="1016"/>
                  <a:pt x="18" y="1015"/>
                </a:cubicBezTo>
                <a:cubicBezTo>
                  <a:pt x="132" y="1188"/>
                  <a:pt x="132" y="1188"/>
                  <a:pt x="132" y="1188"/>
                </a:cubicBezTo>
                <a:cubicBezTo>
                  <a:pt x="129" y="1191"/>
                  <a:pt x="127" y="1195"/>
                  <a:pt x="127" y="1199"/>
                </a:cubicBezTo>
                <a:cubicBezTo>
                  <a:pt x="127" y="1208"/>
                  <a:pt x="133" y="1214"/>
                  <a:pt x="141" y="1214"/>
                </a:cubicBezTo>
                <a:cubicBezTo>
                  <a:pt x="144" y="1214"/>
                  <a:pt x="147" y="1213"/>
                  <a:pt x="149" y="1211"/>
                </a:cubicBezTo>
                <a:cubicBezTo>
                  <a:pt x="278" y="1373"/>
                  <a:pt x="278" y="1373"/>
                  <a:pt x="278" y="1373"/>
                </a:cubicBezTo>
                <a:cubicBezTo>
                  <a:pt x="276" y="1375"/>
                  <a:pt x="275" y="1379"/>
                  <a:pt x="275" y="1382"/>
                </a:cubicBezTo>
                <a:cubicBezTo>
                  <a:pt x="275" y="1390"/>
                  <a:pt x="280" y="1395"/>
                  <a:pt x="287" y="1395"/>
                </a:cubicBezTo>
                <a:cubicBezTo>
                  <a:pt x="292" y="1395"/>
                  <a:pt x="297" y="1392"/>
                  <a:pt x="298" y="1387"/>
                </a:cubicBezTo>
                <a:cubicBezTo>
                  <a:pt x="720" y="1524"/>
                  <a:pt x="720" y="1524"/>
                  <a:pt x="720" y="1524"/>
                </a:cubicBezTo>
                <a:cubicBezTo>
                  <a:pt x="720" y="1525"/>
                  <a:pt x="720" y="1526"/>
                  <a:pt x="720" y="1527"/>
                </a:cubicBezTo>
                <a:cubicBezTo>
                  <a:pt x="720" y="1534"/>
                  <a:pt x="725" y="1540"/>
                  <a:pt x="732" y="1540"/>
                </a:cubicBezTo>
                <a:cubicBezTo>
                  <a:pt x="739" y="1540"/>
                  <a:pt x="744" y="1534"/>
                  <a:pt x="744" y="1527"/>
                </a:cubicBezTo>
                <a:cubicBezTo>
                  <a:pt x="744" y="1526"/>
                  <a:pt x="744" y="1525"/>
                  <a:pt x="744" y="1525"/>
                </a:cubicBezTo>
                <a:cubicBezTo>
                  <a:pt x="945" y="1470"/>
                  <a:pt x="945" y="1470"/>
                  <a:pt x="945" y="1470"/>
                </a:cubicBezTo>
                <a:cubicBezTo>
                  <a:pt x="947" y="1476"/>
                  <a:pt x="952" y="1480"/>
                  <a:pt x="958" y="1480"/>
                </a:cubicBezTo>
                <a:cubicBezTo>
                  <a:pt x="965" y="1480"/>
                  <a:pt x="971" y="1473"/>
                  <a:pt x="971" y="1465"/>
                </a:cubicBezTo>
                <a:cubicBezTo>
                  <a:pt x="971" y="1464"/>
                  <a:pt x="971" y="1463"/>
                  <a:pt x="971" y="1461"/>
                </a:cubicBezTo>
                <a:cubicBezTo>
                  <a:pt x="1166" y="1388"/>
                  <a:pt x="1166" y="1388"/>
                  <a:pt x="1166" y="1388"/>
                </a:cubicBezTo>
                <a:cubicBezTo>
                  <a:pt x="1168" y="1392"/>
                  <a:pt x="1172" y="1395"/>
                  <a:pt x="1177" y="1395"/>
                </a:cubicBezTo>
                <a:cubicBezTo>
                  <a:pt x="1184" y="1395"/>
                  <a:pt x="1189" y="1390"/>
                  <a:pt x="1189" y="1382"/>
                </a:cubicBezTo>
                <a:cubicBezTo>
                  <a:pt x="1189" y="1379"/>
                  <a:pt x="1188" y="1375"/>
                  <a:pt x="1185" y="1373"/>
                </a:cubicBezTo>
                <a:cubicBezTo>
                  <a:pt x="1445" y="1015"/>
                  <a:pt x="1445" y="1015"/>
                  <a:pt x="1445" y="1015"/>
                </a:cubicBezTo>
                <a:cubicBezTo>
                  <a:pt x="1447" y="1016"/>
                  <a:pt x="1449" y="1017"/>
                  <a:pt x="1452" y="1017"/>
                </a:cubicBezTo>
                <a:cubicBezTo>
                  <a:pt x="1459" y="1017"/>
                  <a:pt x="1464" y="1011"/>
                  <a:pt x="1464" y="1004"/>
                </a:cubicBezTo>
                <a:cubicBezTo>
                  <a:pt x="1464" y="997"/>
                  <a:pt x="1460" y="992"/>
                  <a:pt x="1454" y="991"/>
                </a:cubicBezTo>
                <a:cubicBezTo>
                  <a:pt x="1463" y="785"/>
                  <a:pt x="1463" y="785"/>
                  <a:pt x="1463" y="785"/>
                </a:cubicBezTo>
                <a:cubicBezTo>
                  <a:pt x="1471" y="784"/>
                  <a:pt x="1477" y="778"/>
                  <a:pt x="1477" y="770"/>
                </a:cubicBezTo>
                <a:close/>
                <a:moveTo>
                  <a:pt x="1177" y="1369"/>
                </a:moveTo>
                <a:cubicBezTo>
                  <a:pt x="1171" y="1369"/>
                  <a:pt x="1167" y="1373"/>
                  <a:pt x="1165" y="1379"/>
                </a:cubicBezTo>
                <a:cubicBezTo>
                  <a:pt x="1084" y="1364"/>
                  <a:pt x="1084" y="1364"/>
                  <a:pt x="1084" y="1364"/>
                </a:cubicBezTo>
                <a:cubicBezTo>
                  <a:pt x="1208" y="1263"/>
                  <a:pt x="1208" y="1263"/>
                  <a:pt x="1208" y="1263"/>
                </a:cubicBezTo>
                <a:cubicBezTo>
                  <a:pt x="1179" y="1369"/>
                  <a:pt x="1179" y="1369"/>
                  <a:pt x="1179" y="1369"/>
                </a:cubicBezTo>
                <a:cubicBezTo>
                  <a:pt x="1178" y="1369"/>
                  <a:pt x="1178" y="1369"/>
                  <a:pt x="1177" y="1369"/>
                </a:cubicBezTo>
                <a:close/>
                <a:moveTo>
                  <a:pt x="1081" y="1363"/>
                </a:moveTo>
                <a:cubicBezTo>
                  <a:pt x="926" y="1334"/>
                  <a:pt x="926" y="1334"/>
                  <a:pt x="926" y="1334"/>
                </a:cubicBezTo>
                <a:cubicBezTo>
                  <a:pt x="926" y="1334"/>
                  <a:pt x="926" y="1334"/>
                  <a:pt x="926" y="1333"/>
                </a:cubicBezTo>
                <a:cubicBezTo>
                  <a:pt x="926" y="1332"/>
                  <a:pt x="926" y="1330"/>
                  <a:pt x="925" y="1329"/>
                </a:cubicBezTo>
                <a:cubicBezTo>
                  <a:pt x="1153" y="1195"/>
                  <a:pt x="1153" y="1195"/>
                  <a:pt x="1153" y="1195"/>
                </a:cubicBezTo>
                <a:cubicBezTo>
                  <a:pt x="1227" y="1190"/>
                  <a:pt x="1227" y="1190"/>
                  <a:pt x="1227" y="1190"/>
                </a:cubicBezTo>
                <a:cubicBezTo>
                  <a:pt x="1209" y="1258"/>
                  <a:pt x="1209" y="1258"/>
                  <a:pt x="1209" y="1258"/>
                </a:cubicBezTo>
                <a:lnTo>
                  <a:pt x="1081" y="1363"/>
                </a:lnTo>
                <a:close/>
                <a:moveTo>
                  <a:pt x="935" y="1462"/>
                </a:moveTo>
                <a:cubicBezTo>
                  <a:pt x="945" y="1459"/>
                  <a:pt x="945" y="1459"/>
                  <a:pt x="945" y="1459"/>
                </a:cubicBezTo>
                <a:cubicBezTo>
                  <a:pt x="945" y="1460"/>
                  <a:pt x="945" y="1461"/>
                  <a:pt x="944" y="1463"/>
                </a:cubicBezTo>
                <a:lnTo>
                  <a:pt x="935" y="1462"/>
                </a:lnTo>
                <a:close/>
                <a:moveTo>
                  <a:pt x="740" y="1517"/>
                </a:moveTo>
                <a:cubicBezTo>
                  <a:pt x="738" y="1515"/>
                  <a:pt x="735" y="1514"/>
                  <a:pt x="732" y="1514"/>
                </a:cubicBezTo>
                <a:cubicBezTo>
                  <a:pt x="728" y="1514"/>
                  <a:pt x="725" y="1515"/>
                  <a:pt x="723" y="1518"/>
                </a:cubicBezTo>
                <a:cubicBezTo>
                  <a:pt x="637" y="1449"/>
                  <a:pt x="637" y="1449"/>
                  <a:pt x="637" y="1449"/>
                </a:cubicBezTo>
                <a:cubicBezTo>
                  <a:pt x="796" y="1457"/>
                  <a:pt x="796" y="1457"/>
                  <a:pt x="796" y="1457"/>
                </a:cubicBezTo>
                <a:lnTo>
                  <a:pt x="740" y="1517"/>
                </a:lnTo>
                <a:close/>
                <a:moveTo>
                  <a:pt x="633" y="1445"/>
                </a:moveTo>
                <a:cubicBezTo>
                  <a:pt x="578" y="1401"/>
                  <a:pt x="578" y="1401"/>
                  <a:pt x="578" y="1401"/>
                </a:cubicBezTo>
                <a:cubicBezTo>
                  <a:pt x="641" y="1361"/>
                  <a:pt x="641" y="1361"/>
                  <a:pt x="641" y="1361"/>
                </a:cubicBezTo>
                <a:cubicBezTo>
                  <a:pt x="904" y="1336"/>
                  <a:pt x="904" y="1336"/>
                  <a:pt x="904" y="1336"/>
                </a:cubicBezTo>
                <a:cubicBezTo>
                  <a:pt x="905" y="1338"/>
                  <a:pt x="906" y="1339"/>
                  <a:pt x="907" y="1341"/>
                </a:cubicBezTo>
                <a:cubicBezTo>
                  <a:pt x="799" y="1455"/>
                  <a:pt x="799" y="1455"/>
                  <a:pt x="799" y="1455"/>
                </a:cubicBezTo>
                <a:lnTo>
                  <a:pt x="633" y="1445"/>
                </a:lnTo>
                <a:close/>
                <a:moveTo>
                  <a:pt x="528" y="1440"/>
                </a:moveTo>
                <a:cubicBezTo>
                  <a:pt x="528" y="1437"/>
                  <a:pt x="527" y="1435"/>
                  <a:pt x="527" y="1434"/>
                </a:cubicBezTo>
                <a:cubicBezTo>
                  <a:pt x="576" y="1402"/>
                  <a:pt x="576" y="1402"/>
                  <a:pt x="576" y="1402"/>
                </a:cubicBezTo>
                <a:cubicBezTo>
                  <a:pt x="629" y="1445"/>
                  <a:pt x="629" y="1445"/>
                  <a:pt x="629" y="1445"/>
                </a:cubicBezTo>
                <a:lnTo>
                  <a:pt x="528" y="1440"/>
                </a:lnTo>
                <a:close/>
                <a:moveTo>
                  <a:pt x="299" y="1380"/>
                </a:moveTo>
                <a:cubicBezTo>
                  <a:pt x="298" y="1374"/>
                  <a:pt x="293" y="1369"/>
                  <a:pt x="287" y="1369"/>
                </a:cubicBezTo>
                <a:cubicBezTo>
                  <a:pt x="287" y="1369"/>
                  <a:pt x="287" y="1369"/>
                  <a:pt x="287" y="1369"/>
                </a:cubicBezTo>
                <a:cubicBezTo>
                  <a:pt x="276" y="1288"/>
                  <a:pt x="276" y="1288"/>
                  <a:pt x="276" y="1288"/>
                </a:cubicBezTo>
                <a:cubicBezTo>
                  <a:pt x="410" y="1375"/>
                  <a:pt x="410" y="1375"/>
                  <a:pt x="410" y="1375"/>
                </a:cubicBezTo>
                <a:lnTo>
                  <a:pt x="299" y="1380"/>
                </a:lnTo>
                <a:close/>
                <a:moveTo>
                  <a:pt x="281" y="1371"/>
                </a:moveTo>
                <a:cubicBezTo>
                  <a:pt x="172" y="1221"/>
                  <a:pt x="172" y="1221"/>
                  <a:pt x="172" y="1221"/>
                </a:cubicBezTo>
                <a:cubicBezTo>
                  <a:pt x="273" y="1287"/>
                  <a:pt x="273" y="1287"/>
                  <a:pt x="273" y="1287"/>
                </a:cubicBezTo>
                <a:cubicBezTo>
                  <a:pt x="284" y="1370"/>
                  <a:pt x="284" y="1370"/>
                  <a:pt x="284" y="1370"/>
                </a:cubicBezTo>
                <a:cubicBezTo>
                  <a:pt x="283" y="1370"/>
                  <a:pt x="282" y="1370"/>
                  <a:pt x="281" y="1371"/>
                </a:cubicBezTo>
                <a:close/>
                <a:moveTo>
                  <a:pt x="136" y="1177"/>
                </a:moveTo>
                <a:cubicBezTo>
                  <a:pt x="142" y="1185"/>
                  <a:pt x="142" y="1185"/>
                  <a:pt x="142" y="1185"/>
                </a:cubicBezTo>
                <a:cubicBezTo>
                  <a:pt x="142" y="1185"/>
                  <a:pt x="141" y="1185"/>
                  <a:pt x="141" y="1185"/>
                </a:cubicBezTo>
                <a:cubicBezTo>
                  <a:pt x="140" y="1185"/>
                  <a:pt x="139" y="1185"/>
                  <a:pt x="139" y="1185"/>
                </a:cubicBezTo>
                <a:lnTo>
                  <a:pt x="136" y="1177"/>
                </a:lnTo>
                <a:close/>
                <a:moveTo>
                  <a:pt x="139" y="355"/>
                </a:moveTo>
                <a:cubicBezTo>
                  <a:pt x="139" y="355"/>
                  <a:pt x="140" y="355"/>
                  <a:pt x="141" y="355"/>
                </a:cubicBezTo>
                <a:cubicBezTo>
                  <a:pt x="141" y="355"/>
                  <a:pt x="142" y="355"/>
                  <a:pt x="142" y="355"/>
                </a:cubicBezTo>
                <a:cubicBezTo>
                  <a:pt x="136" y="363"/>
                  <a:pt x="136" y="363"/>
                  <a:pt x="136" y="363"/>
                </a:cubicBezTo>
                <a:lnTo>
                  <a:pt x="139" y="355"/>
                </a:lnTo>
                <a:close/>
                <a:moveTo>
                  <a:pt x="287" y="171"/>
                </a:moveTo>
                <a:cubicBezTo>
                  <a:pt x="293" y="171"/>
                  <a:pt x="298" y="166"/>
                  <a:pt x="299" y="160"/>
                </a:cubicBezTo>
                <a:cubicBezTo>
                  <a:pt x="410" y="165"/>
                  <a:pt x="410" y="165"/>
                  <a:pt x="410" y="165"/>
                </a:cubicBezTo>
                <a:cubicBezTo>
                  <a:pt x="276" y="251"/>
                  <a:pt x="276" y="251"/>
                  <a:pt x="276" y="251"/>
                </a:cubicBezTo>
                <a:cubicBezTo>
                  <a:pt x="287" y="171"/>
                  <a:pt x="287" y="171"/>
                  <a:pt x="287" y="171"/>
                </a:cubicBezTo>
                <a:cubicBezTo>
                  <a:pt x="287" y="171"/>
                  <a:pt x="287" y="171"/>
                  <a:pt x="287" y="171"/>
                </a:cubicBezTo>
                <a:close/>
                <a:moveTo>
                  <a:pt x="629" y="95"/>
                </a:moveTo>
                <a:cubicBezTo>
                  <a:pt x="576" y="138"/>
                  <a:pt x="576" y="138"/>
                  <a:pt x="576" y="138"/>
                </a:cubicBezTo>
                <a:cubicBezTo>
                  <a:pt x="527" y="106"/>
                  <a:pt x="527" y="106"/>
                  <a:pt x="527" y="106"/>
                </a:cubicBezTo>
                <a:cubicBezTo>
                  <a:pt x="527" y="105"/>
                  <a:pt x="528" y="103"/>
                  <a:pt x="528" y="100"/>
                </a:cubicBezTo>
                <a:lnTo>
                  <a:pt x="629" y="95"/>
                </a:lnTo>
                <a:close/>
                <a:moveTo>
                  <a:pt x="732" y="26"/>
                </a:moveTo>
                <a:cubicBezTo>
                  <a:pt x="735" y="26"/>
                  <a:pt x="738" y="25"/>
                  <a:pt x="740" y="23"/>
                </a:cubicBezTo>
                <a:cubicBezTo>
                  <a:pt x="796" y="83"/>
                  <a:pt x="796" y="83"/>
                  <a:pt x="796" y="83"/>
                </a:cubicBezTo>
                <a:cubicBezTo>
                  <a:pt x="637" y="91"/>
                  <a:pt x="637" y="91"/>
                  <a:pt x="637" y="91"/>
                </a:cubicBezTo>
                <a:cubicBezTo>
                  <a:pt x="723" y="22"/>
                  <a:pt x="723" y="22"/>
                  <a:pt x="723" y="22"/>
                </a:cubicBezTo>
                <a:cubicBezTo>
                  <a:pt x="725" y="25"/>
                  <a:pt x="728" y="26"/>
                  <a:pt x="732" y="26"/>
                </a:cubicBezTo>
                <a:close/>
                <a:moveTo>
                  <a:pt x="799" y="85"/>
                </a:moveTo>
                <a:cubicBezTo>
                  <a:pt x="907" y="199"/>
                  <a:pt x="907" y="199"/>
                  <a:pt x="907" y="199"/>
                </a:cubicBezTo>
                <a:cubicBezTo>
                  <a:pt x="906" y="201"/>
                  <a:pt x="905" y="202"/>
                  <a:pt x="904" y="204"/>
                </a:cubicBezTo>
                <a:cubicBezTo>
                  <a:pt x="641" y="179"/>
                  <a:pt x="641" y="179"/>
                  <a:pt x="641" y="179"/>
                </a:cubicBezTo>
                <a:cubicBezTo>
                  <a:pt x="578" y="139"/>
                  <a:pt x="578" y="139"/>
                  <a:pt x="578" y="139"/>
                </a:cubicBezTo>
                <a:cubicBezTo>
                  <a:pt x="633" y="95"/>
                  <a:pt x="633" y="95"/>
                  <a:pt x="633" y="95"/>
                </a:cubicBezTo>
                <a:lnTo>
                  <a:pt x="799" y="85"/>
                </a:lnTo>
                <a:close/>
                <a:moveTo>
                  <a:pt x="944" y="77"/>
                </a:moveTo>
                <a:cubicBezTo>
                  <a:pt x="945" y="79"/>
                  <a:pt x="945" y="80"/>
                  <a:pt x="945" y="81"/>
                </a:cubicBezTo>
                <a:cubicBezTo>
                  <a:pt x="935" y="78"/>
                  <a:pt x="935" y="78"/>
                  <a:pt x="935" y="78"/>
                </a:cubicBezTo>
                <a:lnTo>
                  <a:pt x="944" y="77"/>
                </a:lnTo>
                <a:close/>
                <a:moveTo>
                  <a:pt x="968" y="85"/>
                </a:moveTo>
                <a:cubicBezTo>
                  <a:pt x="975" y="91"/>
                  <a:pt x="975" y="91"/>
                  <a:pt x="975" y="91"/>
                </a:cubicBezTo>
                <a:cubicBezTo>
                  <a:pt x="965" y="88"/>
                  <a:pt x="965" y="88"/>
                  <a:pt x="965" y="88"/>
                </a:cubicBezTo>
                <a:cubicBezTo>
                  <a:pt x="966" y="87"/>
                  <a:pt x="967" y="86"/>
                  <a:pt x="968" y="85"/>
                </a:cubicBezTo>
                <a:close/>
                <a:moveTo>
                  <a:pt x="981" y="95"/>
                </a:moveTo>
                <a:cubicBezTo>
                  <a:pt x="1078" y="175"/>
                  <a:pt x="1078" y="175"/>
                  <a:pt x="1078" y="175"/>
                </a:cubicBezTo>
                <a:cubicBezTo>
                  <a:pt x="925" y="203"/>
                  <a:pt x="925" y="203"/>
                  <a:pt x="925" y="203"/>
                </a:cubicBezTo>
                <a:cubicBezTo>
                  <a:pt x="925" y="200"/>
                  <a:pt x="923" y="198"/>
                  <a:pt x="920" y="196"/>
                </a:cubicBezTo>
                <a:cubicBezTo>
                  <a:pt x="955" y="89"/>
                  <a:pt x="955" y="89"/>
                  <a:pt x="955" y="89"/>
                </a:cubicBezTo>
                <a:cubicBezTo>
                  <a:pt x="956" y="90"/>
                  <a:pt x="957" y="90"/>
                  <a:pt x="958" y="90"/>
                </a:cubicBezTo>
                <a:cubicBezTo>
                  <a:pt x="959" y="90"/>
                  <a:pt x="960" y="89"/>
                  <a:pt x="961" y="89"/>
                </a:cubicBezTo>
                <a:lnTo>
                  <a:pt x="981" y="95"/>
                </a:lnTo>
                <a:close/>
                <a:moveTo>
                  <a:pt x="1177" y="171"/>
                </a:moveTo>
                <a:cubicBezTo>
                  <a:pt x="1178" y="171"/>
                  <a:pt x="1178" y="171"/>
                  <a:pt x="1179" y="171"/>
                </a:cubicBezTo>
                <a:cubicBezTo>
                  <a:pt x="1208" y="277"/>
                  <a:pt x="1208" y="277"/>
                  <a:pt x="1208" y="277"/>
                </a:cubicBezTo>
                <a:cubicBezTo>
                  <a:pt x="1084" y="176"/>
                  <a:pt x="1084" y="176"/>
                  <a:pt x="1084" y="176"/>
                </a:cubicBezTo>
                <a:cubicBezTo>
                  <a:pt x="1165" y="161"/>
                  <a:pt x="1165" y="161"/>
                  <a:pt x="1165" y="161"/>
                </a:cubicBezTo>
                <a:cubicBezTo>
                  <a:pt x="1167" y="167"/>
                  <a:pt x="1171" y="171"/>
                  <a:pt x="1177" y="171"/>
                </a:cubicBezTo>
                <a:close/>
                <a:moveTo>
                  <a:pt x="1209" y="282"/>
                </a:moveTo>
                <a:cubicBezTo>
                  <a:pt x="1227" y="350"/>
                  <a:pt x="1227" y="350"/>
                  <a:pt x="1227" y="350"/>
                </a:cubicBezTo>
                <a:cubicBezTo>
                  <a:pt x="1153" y="345"/>
                  <a:pt x="1153" y="345"/>
                  <a:pt x="1153" y="345"/>
                </a:cubicBezTo>
                <a:cubicBezTo>
                  <a:pt x="925" y="211"/>
                  <a:pt x="925" y="211"/>
                  <a:pt x="925" y="211"/>
                </a:cubicBezTo>
                <a:cubicBezTo>
                  <a:pt x="926" y="210"/>
                  <a:pt x="926" y="208"/>
                  <a:pt x="926" y="207"/>
                </a:cubicBezTo>
                <a:cubicBezTo>
                  <a:pt x="926" y="206"/>
                  <a:pt x="926" y="206"/>
                  <a:pt x="926" y="206"/>
                </a:cubicBezTo>
                <a:cubicBezTo>
                  <a:pt x="1081" y="177"/>
                  <a:pt x="1081" y="177"/>
                  <a:pt x="1081" y="177"/>
                </a:cubicBezTo>
                <a:lnTo>
                  <a:pt x="1209" y="282"/>
                </a:lnTo>
                <a:close/>
                <a:moveTo>
                  <a:pt x="1450" y="549"/>
                </a:moveTo>
                <a:cubicBezTo>
                  <a:pt x="1450" y="734"/>
                  <a:pt x="1450" y="734"/>
                  <a:pt x="1450" y="734"/>
                </a:cubicBezTo>
                <a:cubicBezTo>
                  <a:pt x="1407" y="621"/>
                  <a:pt x="1407" y="621"/>
                  <a:pt x="1407" y="621"/>
                </a:cubicBezTo>
                <a:cubicBezTo>
                  <a:pt x="1447" y="548"/>
                  <a:pt x="1447" y="548"/>
                  <a:pt x="1447" y="548"/>
                </a:cubicBezTo>
                <a:cubicBezTo>
                  <a:pt x="1448" y="549"/>
                  <a:pt x="1449" y="549"/>
                  <a:pt x="1450" y="549"/>
                </a:cubicBezTo>
                <a:close/>
                <a:moveTo>
                  <a:pt x="1453" y="759"/>
                </a:moveTo>
                <a:cubicBezTo>
                  <a:pt x="1453" y="749"/>
                  <a:pt x="1453" y="749"/>
                  <a:pt x="1453" y="749"/>
                </a:cubicBezTo>
                <a:cubicBezTo>
                  <a:pt x="1456" y="757"/>
                  <a:pt x="1456" y="757"/>
                  <a:pt x="1456" y="757"/>
                </a:cubicBezTo>
                <a:cubicBezTo>
                  <a:pt x="1455" y="758"/>
                  <a:pt x="1454" y="759"/>
                  <a:pt x="1453" y="759"/>
                </a:cubicBezTo>
                <a:close/>
                <a:moveTo>
                  <a:pt x="1449" y="769"/>
                </a:moveTo>
                <a:cubicBezTo>
                  <a:pt x="1335" y="769"/>
                  <a:pt x="1335" y="769"/>
                  <a:pt x="1335" y="769"/>
                </a:cubicBezTo>
                <a:cubicBezTo>
                  <a:pt x="1335" y="765"/>
                  <a:pt x="1333" y="762"/>
                  <a:pt x="1331" y="761"/>
                </a:cubicBezTo>
                <a:cubicBezTo>
                  <a:pt x="1405" y="625"/>
                  <a:pt x="1405" y="625"/>
                  <a:pt x="1405" y="625"/>
                </a:cubicBezTo>
                <a:cubicBezTo>
                  <a:pt x="1450" y="742"/>
                  <a:pt x="1450" y="742"/>
                  <a:pt x="1450" y="742"/>
                </a:cubicBezTo>
                <a:cubicBezTo>
                  <a:pt x="1450" y="763"/>
                  <a:pt x="1450" y="763"/>
                  <a:pt x="1450" y="763"/>
                </a:cubicBezTo>
                <a:cubicBezTo>
                  <a:pt x="1450" y="765"/>
                  <a:pt x="1449" y="767"/>
                  <a:pt x="1449" y="769"/>
                </a:cubicBezTo>
                <a:close/>
                <a:moveTo>
                  <a:pt x="1231" y="1187"/>
                </a:moveTo>
                <a:cubicBezTo>
                  <a:pt x="1240" y="1152"/>
                  <a:pt x="1240" y="1152"/>
                  <a:pt x="1240" y="1152"/>
                </a:cubicBezTo>
                <a:cubicBezTo>
                  <a:pt x="1241" y="1152"/>
                  <a:pt x="1241" y="1152"/>
                  <a:pt x="1242" y="1152"/>
                </a:cubicBezTo>
                <a:cubicBezTo>
                  <a:pt x="1248" y="1152"/>
                  <a:pt x="1253" y="1147"/>
                  <a:pt x="1253" y="1141"/>
                </a:cubicBezTo>
                <a:cubicBezTo>
                  <a:pt x="1253" y="1139"/>
                  <a:pt x="1253" y="1137"/>
                  <a:pt x="1252" y="1135"/>
                </a:cubicBezTo>
                <a:cubicBezTo>
                  <a:pt x="1283" y="1115"/>
                  <a:pt x="1283" y="1115"/>
                  <a:pt x="1283" y="1115"/>
                </a:cubicBezTo>
                <a:cubicBezTo>
                  <a:pt x="1297" y="1170"/>
                  <a:pt x="1297" y="1170"/>
                  <a:pt x="1297" y="1170"/>
                </a:cubicBezTo>
                <a:cubicBezTo>
                  <a:pt x="1292" y="1172"/>
                  <a:pt x="1289" y="1178"/>
                  <a:pt x="1288" y="1184"/>
                </a:cubicBezTo>
                <a:lnTo>
                  <a:pt x="1231" y="1187"/>
                </a:lnTo>
                <a:close/>
                <a:moveTo>
                  <a:pt x="645" y="1358"/>
                </a:moveTo>
                <a:cubicBezTo>
                  <a:pt x="811" y="1252"/>
                  <a:pt x="811" y="1252"/>
                  <a:pt x="811" y="1252"/>
                </a:cubicBezTo>
                <a:cubicBezTo>
                  <a:pt x="906" y="1327"/>
                  <a:pt x="906" y="1327"/>
                  <a:pt x="906" y="1327"/>
                </a:cubicBezTo>
                <a:cubicBezTo>
                  <a:pt x="905" y="1329"/>
                  <a:pt x="904" y="1331"/>
                  <a:pt x="904" y="1333"/>
                </a:cubicBezTo>
                <a:lnTo>
                  <a:pt x="645" y="1358"/>
                </a:lnTo>
                <a:close/>
                <a:moveTo>
                  <a:pt x="514" y="1425"/>
                </a:moveTo>
                <a:cubicBezTo>
                  <a:pt x="513" y="1425"/>
                  <a:pt x="511" y="1426"/>
                  <a:pt x="510" y="1426"/>
                </a:cubicBezTo>
                <a:cubicBezTo>
                  <a:pt x="489" y="1373"/>
                  <a:pt x="489" y="1373"/>
                  <a:pt x="489" y="1373"/>
                </a:cubicBezTo>
                <a:cubicBezTo>
                  <a:pt x="526" y="1371"/>
                  <a:pt x="526" y="1371"/>
                  <a:pt x="526" y="1371"/>
                </a:cubicBezTo>
                <a:cubicBezTo>
                  <a:pt x="527" y="1377"/>
                  <a:pt x="532" y="1381"/>
                  <a:pt x="537" y="1381"/>
                </a:cubicBezTo>
                <a:cubicBezTo>
                  <a:pt x="540" y="1381"/>
                  <a:pt x="543" y="1380"/>
                  <a:pt x="545" y="1377"/>
                </a:cubicBezTo>
                <a:cubicBezTo>
                  <a:pt x="574" y="1401"/>
                  <a:pt x="574" y="1401"/>
                  <a:pt x="574" y="1401"/>
                </a:cubicBezTo>
                <a:cubicBezTo>
                  <a:pt x="526" y="1432"/>
                  <a:pt x="526" y="1432"/>
                  <a:pt x="526" y="1432"/>
                </a:cubicBezTo>
                <a:cubicBezTo>
                  <a:pt x="523" y="1428"/>
                  <a:pt x="519" y="1425"/>
                  <a:pt x="514" y="1425"/>
                </a:cubicBezTo>
                <a:close/>
                <a:moveTo>
                  <a:pt x="253" y="1107"/>
                </a:moveTo>
                <a:cubicBezTo>
                  <a:pt x="251" y="1107"/>
                  <a:pt x="250" y="1107"/>
                  <a:pt x="249" y="1107"/>
                </a:cubicBezTo>
                <a:cubicBezTo>
                  <a:pt x="146" y="869"/>
                  <a:pt x="146" y="869"/>
                  <a:pt x="146" y="869"/>
                </a:cubicBezTo>
                <a:cubicBezTo>
                  <a:pt x="298" y="994"/>
                  <a:pt x="298" y="994"/>
                  <a:pt x="298" y="994"/>
                </a:cubicBezTo>
                <a:cubicBezTo>
                  <a:pt x="256" y="1107"/>
                  <a:pt x="256" y="1107"/>
                  <a:pt x="256" y="1107"/>
                </a:cubicBezTo>
                <a:cubicBezTo>
                  <a:pt x="255" y="1107"/>
                  <a:pt x="254" y="1107"/>
                  <a:pt x="253" y="1107"/>
                </a:cubicBezTo>
                <a:close/>
                <a:moveTo>
                  <a:pt x="32" y="756"/>
                </a:moveTo>
                <a:cubicBezTo>
                  <a:pt x="58" y="659"/>
                  <a:pt x="58" y="659"/>
                  <a:pt x="58" y="659"/>
                </a:cubicBezTo>
                <a:cubicBezTo>
                  <a:pt x="82" y="723"/>
                  <a:pt x="82" y="723"/>
                  <a:pt x="82" y="723"/>
                </a:cubicBezTo>
                <a:cubicBezTo>
                  <a:pt x="37" y="760"/>
                  <a:pt x="37" y="760"/>
                  <a:pt x="37" y="760"/>
                </a:cubicBezTo>
                <a:cubicBezTo>
                  <a:pt x="36" y="758"/>
                  <a:pt x="34" y="757"/>
                  <a:pt x="32" y="756"/>
                </a:cubicBezTo>
                <a:close/>
                <a:moveTo>
                  <a:pt x="37" y="780"/>
                </a:moveTo>
                <a:cubicBezTo>
                  <a:pt x="82" y="817"/>
                  <a:pt x="82" y="817"/>
                  <a:pt x="82" y="817"/>
                </a:cubicBezTo>
                <a:cubicBezTo>
                  <a:pt x="58" y="881"/>
                  <a:pt x="58" y="881"/>
                  <a:pt x="58" y="881"/>
                </a:cubicBezTo>
                <a:cubicBezTo>
                  <a:pt x="32" y="784"/>
                  <a:pt x="32" y="784"/>
                  <a:pt x="32" y="784"/>
                </a:cubicBezTo>
                <a:cubicBezTo>
                  <a:pt x="34" y="783"/>
                  <a:pt x="36" y="782"/>
                  <a:pt x="37" y="780"/>
                </a:cubicBezTo>
                <a:close/>
                <a:moveTo>
                  <a:pt x="39" y="778"/>
                </a:moveTo>
                <a:cubicBezTo>
                  <a:pt x="40" y="776"/>
                  <a:pt x="41" y="773"/>
                  <a:pt x="41" y="770"/>
                </a:cubicBezTo>
                <a:cubicBezTo>
                  <a:pt x="41" y="767"/>
                  <a:pt x="40" y="764"/>
                  <a:pt x="39" y="762"/>
                </a:cubicBezTo>
                <a:cubicBezTo>
                  <a:pt x="83" y="726"/>
                  <a:pt x="83" y="726"/>
                  <a:pt x="83" y="726"/>
                </a:cubicBezTo>
                <a:cubicBezTo>
                  <a:pt x="96" y="760"/>
                  <a:pt x="96" y="760"/>
                  <a:pt x="96" y="760"/>
                </a:cubicBezTo>
                <a:cubicBezTo>
                  <a:pt x="93" y="762"/>
                  <a:pt x="91" y="765"/>
                  <a:pt x="91" y="770"/>
                </a:cubicBezTo>
                <a:cubicBezTo>
                  <a:pt x="91" y="775"/>
                  <a:pt x="93" y="778"/>
                  <a:pt x="96" y="780"/>
                </a:cubicBezTo>
                <a:cubicBezTo>
                  <a:pt x="83" y="814"/>
                  <a:pt x="83" y="814"/>
                  <a:pt x="83" y="814"/>
                </a:cubicBezTo>
                <a:lnTo>
                  <a:pt x="39" y="778"/>
                </a:lnTo>
                <a:close/>
                <a:moveTo>
                  <a:pt x="514" y="115"/>
                </a:moveTo>
                <a:cubicBezTo>
                  <a:pt x="519" y="115"/>
                  <a:pt x="523" y="112"/>
                  <a:pt x="526" y="108"/>
                </a:cubicBezTo>
                <a:cubicBezTo>
                  <a:pt x="574" y="139"/>
                  <a:pt x="574" y="139"/>
                  <a:pt x="574" y="139"/>
                </a:cubicBezTo>
                <a:cubicBezTo>
                  <a:pt x="545" y="163"/>
                  <a:pt x="545" y="163"/>
                  <a:pt x="545" y="163"/>
                </a:cubicBezTo>
                <a:cubicBezTo>
                  <a:pt x="543" y="160"/>
                  <a:pt x="540" y="159"/>
                  <a:pt x="537" y="159"/>
                </a:cubicBezTo>
                <a:cubicBezTo>
                  <a:pt x="532" y="159"/>
                  <a:pt x="527" y="163"/>
                  <a:pt x="526" y="169"/>
                </a:cubicBezTo>
                <a:cubicBezTo>
                  <a:pt x="489" y="167"/>
                  <a:pt x="489" y="167"/>
                  <a:pt x="489" y="167"/>
                </a:cubicBezTo>
                <a:cubicBezTo>
                  <a:pt x="510" y="114"/>
                  <a:pt x="510" y="114"/>
                  <a:pt x="510" y="114"/>
                </a:cubicBezTo>
                <a:cubicBezTo>
                  <a:pt x="511" y="114"/>
                  <a:pt x="513" y="115"/>
                  <a:pt x="514" y="115"/>
                </a:cubicBezTo>
                <a:close/>
                <a:moveTo>
                  <a:pt x="904" y="207"/>
                </a:moveTo>
                <a:cubicBezTo>
                  <a:pt x="904" y="209"/>
                  <a:pt x="905" y="211"/>
                  <a:pt x="906" y="213"/>
                </a:cubicBezTo>
                <a:cubicBezTo>
                  <a:pt x="811" y="288"/>
                  <a:pt x="811" y="288"/>
                  <a:pt x="811" y="288"/>
                </a:cubicBezTo>
                <a:cubicBezTo>
                  <a:pt x="645" y="182"/>
                  <a:pt x="645" y="182"/>
                  <a:pt x="645" y="182"/>
                </a:cubicBezTo>
                <a:lnTo>
                  <a:pt x="904" y="207"/>
                </a:lnTo>
                <a:close/>
                <a:moveTo>
                  <a:pt x="1288" y="356"/>
                </a:moveTo>
                <a:cubicBezTo>
                  <a:pt x="1289" y="362"/>
                  <a:pt x="1292" y="368"/>
                  <a:pt x="1297" y="370"/>
                </a:cubicBezTo>
                <a:cubicBezTo>
                  <a:pt x="1283" y="425"/>
                  <a:pt x="1283" y="425"/>
                  <a:pt x="1283" y="425"/>
                </a:cubicBezTo>
                <a:cubicBezTo>
                  <a:pt x="1252" y="405"/>
                  <a:pt x="1252" y="405"/>
                  <a:pt x="1252" y="405"/>
                </a:cubicBezTo>
                <a:cubicBezTo>
                  <a:pt x="1253" y="403"/>
                  <a:pt x="1253" y="401"/>
                  <a:pt x="1253" y="399"/>
                </a:cubicBezTo>
                <a:cubicBezTo>
                  <a:pt x="1253" y="393"/>
                  <a:pt x="1248" y="388"/>
                  <a:pt x="1242" y="388"/>
                </a:cubicBezTo>
                <a:cubicBezTo>
                  <a:pt x="1241" y="388"/>
                  <a:pt x="1241" y="388"/>
                  <a:pt x="1240" y="388"/>
                </a:cubicBezTo>
                <a:cubicBezTo>
                  <a:pt x="1231" y="353"/>
                  <a:pt x="1231" y="353"/>
                  <a:pt x="1231" y="353"/>
                </a:cubicBezTo>
                <a:lnTo>
                  <a:pt x="1288" y="356"/>
                </a:lnTo>
                <a:close/>
                <a:moveTo>
                  <a:pt x="1302" y="371"/>
                </a:moveTo>
                <a:cubicBezTo>
                  <a:pt x="1304" y="371"/>
                  <a:pt x="1305" y="370"/>
                  <a:pt x="1306" y="370"/>
                </a:cubicBezTo>
                <a:cubicBezTo>
                  <a:pt x="1342" y="464"/>
                  <a:pt x="1342" y="464"/>
                  <a:pt x="1342" y="464"/>
                </a:cubicBezTo>
                <a:cubicBezTo>
                  <a:pt x="1285" y="426"/>
                  <a:pt x="1285" y="426"/>
                  <a:pt x="1285" y="426"/>
                </a:cubicBezTo>
                <a:cubicBezTo>
                  <a:pt x="1300" y="370"/>
                  <a:pt x="1300" y="370"/>
                  <a:pt x="1300" y="370"/>
                </a:cubicBezTo>
                <a:cubicBezTo>
                  <a:pt x="1301" y="371"/>
                  <a:pt x="1301" y="371"/>
                  <a:pt x="1302" y="371"/>
                </a:cubicBezTo>
                <a:close/>
                <a:moveTo>
                  <a:pt x="1324" y="758"/>
                </a:moveTo>
                <a:cubicBezTo>
                  <a:pt x="1324" y="758"/>
                  <a:pt x="1324" y="758"/>
                  <a:pt x="1323" y="758"/>
                </a:cubicBezTo>
                <a:cubicBezTo>
                  <a:pt x="1266" y="501"/>
                  <a:pt x="1266" y="501"/>
                  <a:pt x="1266" y="501"/>
                </a:cubicBezTo>
                <a:cubicBezTo>
                  <a:pt x="1285" y="429"/>
                  <a:pt x="1285" y="429"/>
                  <a:pt x="1285" y="429"/>
                </a:cubicBezTo>
                <a:cubicBezTo>
                  <a:pt x="1344" y="467"/>
                  <a:pt x="1344" y="467"/>
                  <a:pt x="1344" y="467"/>
                </a:cubicBezTo>
                <a:cubicBezTo>
                  <a:pt x="1404" y="622"/>
                  <a:pt x="1404" y="622"/>
                  <a:pt x="1404" y="622"/>
                </a:cubicBezTo>
                <a:cubicBezTo>
                  <a:pt x="1329" y="759"/>
                  <a:pt x="1329" y="759"/>
                  <a:pt x="1329" y="759"/>
                </a:cubicBezTo>
                <a:cubicBezTo>
                  <a:pt x="1328" y="759"/>
                  <a:pt x="1326" y="758"/>
                  <a:pt x="1324" y="758"/>
                </a:cubicBezTo>
                <a:close/>
                <a:moveTo>
                  <a:pt x="915" y="1322"/>
                </a:moveTo>
                <a:cubicBezTo>
                  <a:pt x="914" y="1322"/>
                  <a:pt x="914" y="1322"/>
                  <a:pt x="913" y="1322"/>
                </a:cubicBezTo>
                <a:cubicBezTo>
                  <a:pt x="881" y="1225"/>
                  <a:pt x="881" y="1225"/>
                  <a:pt x="881" y="1225"/>
                </a:cubicBezTo>
                <a:cubicBezTo>
                  <a:pt x="886" y="1222"/>
                  <a:pt x="890" y="1217"/>
                  <a:pt x="890" y="1211"/>
                </a:cubicBezTo>
                <a:cubicBezTo>
                  <a:pt x="949" y="1207"/>
                  <a:pt x="949" y="1207"/>
                  <a:pt x="949" y="1207"/>
                </a:cubicBezTo>
                <a:cubicBezTo>
                  <a:pt x="917" y="1322"/>
                  <a:pt x="917" y="1322"/>
                  <a:pt x="917" y="1322"/>
                </a:cubicBezTo>
                <a:cubicBezTo>
                  <a:pt x="916" y="1322"/>
                  <a:pt x="916" y="1322"/>
                  <a:pt x="915" y="1322"/>
                </a:cubicBezTo>
                <a:close/>
                <a:moveTo>
                  <a:pt x="907" y="1326"/>
                </a:moveTo>
                <a:cubicBezTo>
                  <a:pt x="813" y="1251"/>
                  <a:pt x="813" y="1251"/>
                  <a:pt x="813" y="1251"/>
                </a:cubicBezTo>
                <a:cubicBezTo>
                  <a:pt x="863" y="1219"/>
                  <a:pt x="863" y="1219"/>
                  <a:pt x="863" y="1219"/>
                </a:cubicBezTo>
                <a:cubicBezTo>
                  <a:pt x="865" y="1224"/>
                  <a:pt x="870" y="1226"/>
                  <a:pt x="875" y="1226"/>
                </a:cubicBezTo>
                <a:cubicBezTo>
                  <a:pt x="876" y="1226"/>
                  <a:pt x="877" y="1226"/>
                  <a:pt x="879" y="1226"/>
                </a:cubicBezTo>
                <a:cubicBezTo>
                  <a:pt x="910" y="1323"/>
                  <a:pt x="910" y="1323"/>
                  <a:pt x="910" y="1323"/>
                </a:cubicBezTo>
                <a:cubicBezTo>
                  <a:pt x="909" y="1324"/>
                  <a:pt x="908" y="1325"/>
                  <a:pt x="907" y="1326"/>
                </a:cubicBezTo>
                <a:close/>
                <a:moveTo>
                  <a:pt x="263" y="1117"/>
                </a:moveTo>
                <a:cubicBezTo>
                  <a:pt x="263" y="1115"/>
                  <a:pt x="263" y="1114"/>
                  <a:pt x="262" y="1113"/>
                </a:cubicBezTo>
                <a:cubicBezTo>
                  <a:pt x="346" y="1052"/>
                  <a:pt x="346" y="1052"/>
                  <a:pt x="346" y="1052"/>
                </a:cubicBezTo>
                <a:cubicBezTo>
                  <a:pt x="349" y="1056"/>
                  <a:pt x="353" y="1058"/>
                  <a:pt x="358" y="1058"/>
                </a:cubicBezTo>
                <a:cubicBezTo>
                  <a:pt x="359" y="1058"/>
                  <a:pt x="361" y="1058"/>
                  <a:pt x="362" y="1057"/>
                </a:cubicBezTo>
                <a:cubicBezTo>
                  <a:pt x="383" y="1111"/>
                  <a:pt x="383" y="1111"/>
                  <a:pt x="383" y="1111"/>
                </a:cubicBezTo>
                <a:lnTo>
                  <a:pt x="263" y="1117"/>
                </a:lnTo>
                <a:close/>
                <a:moveTo>
                  <a:pt x="258" y="1108"/>
                </a:moveTo>
                <a:cubicBezTo>
                  <a:pt x="300" y="996"/>
                  <a:pt x="300" y="996"/>
                  <a:pt x="300" y="996"/>
                </a:cubicBezTo>
                <a:cubicBezTo>
                  <a:pt x="345" y="1033"/>
                  <a:pt x="345" y="1033"/>
                  <a:pt x="345" y="1033"/>
                </a:cubicBezTo>
                <a:cubicBezTo>
                  <a:pt x="343" y="1036"/>
                  <a:pt x="343" y="1039"/>
                  <a:pt x="343" y="1042"/>
                </a:cubicBezTo>
                <a:cubicBezTo>
                  <a:pt x="343" y="1045"/>
                  <a:pt x="343" y="1048"/>
                  <a:pt x="345" y="1050"/>
                </a:cubicBezTo>
                <a:cubicBezTo>
                  <a:pt x="261" y="1111"/>
                  <a:pt x="261" y="1111"/>
                  <a:pt x="261" y="1111"/>
                </a:cubicBezTo>
                <a:cubicBezTo>
                  <a:pt x="260" y="1110"/>
                  <a:pt x="259" y="1109"/>
                  <a:pt x="258" y="1108"/>
                </a:cubicBezTo>
                <a:close/>
                <a:moveTo>
                  <a:pt x="383" y="429"/>
                </a:moveTo>
                <a:cubicBezTo>
                  <a:pt x="362" y="483"/>
                  <a:pt x="362" y="483"/>
                  <a:pt x="362" y="483"/>
                </a:cubicBezTo>
                <a:cubicBezTo>
                  <a:pt x="361" y="482"/>
                  <a:pt x="359" y="482"/>
                  <a:pt x="358" y="482"/>
                </a:cubicBezTo>
                <a:cubicBezTo>
                  <a:pt x="353" y="482"/>
                  <a:pt x="349" y="484"/>
                  <a:pt x="346" y="488"/>
                </a:cubicBezTo>
                <a:cubicBezTo>
                  <a:pt x="262" y="427"/>
                  <a:pt x="262" y="427"/>
                  <a:pt x="262" y="427"/>
                </a:cubicBezTo>
                <a:cubicBezTo>
                  <a:pt x="263" y="426"/>
                  <a:pt x="263" y="425"/>
                  <a:pt x="263" y="423"/>
                </a:cubicBezTo>
                <a:lnTo>
                  <a:pt x="383" y="429"/>
                </a:lnTo>
                <a:close/>
                <a:moveTo>
                  <a:pt x="915" y="218"/>
                </a:moveTo>
                <a:cubicBezTo>
                  <a:pt x="916" y="218"/>
                  <a:pt x="916" y="218"/>
                  <a:pt x="917" y="218"/>
                </a:cubicBezTo>
                <a:cubicBezTo>
                  <a:pt x="949" y="333"/>
                  <a:pt x="949" y="333"/>
                  <a:pt x="949" y="333"/>
                </a:cubicBezTo>
                <a:cubicBezTo>
                  <a:pt x="890" y="329"/>
                  <a:pt x="890" y="329"/>
                  <a:pt x="890" y="329"/>
                </a:cubicBezTo>
                <a:cubicBezTo>
                  <a:pt x="890" y="323"/>
                  <a:pt x="886" y="318"/>
                  <a:pt x="881" y="315"/>
                </a:cubicBezTo>
                <a:cubicBezTo>
                  <a:pt x="913" y="218"/>
                  <a:pt x="913" y="218"/>
                  <a:pt x="913" y="218"/>
                </a:cubicBezTo>
                <a:cubicBezTo>
                  <a:pt x="914" y="218"/>
                  <a:pt x="914" y="218"/>
                  <a:pt x="915" y="218"/>
                </a:cubicBezTo>
                <a:close/>
                <a:moveTo>
                  <a:pt x="1251" y="406"/>
                </a:moveTo>
                <a:cubicBezTo>
                  <a:pt x="1282" y="427"/>
                  <a:pt x="1282" y="427"/>
                  <a:pt x="1282" y="427"/>
                </a:cubicBezTo>
                <a:cubicBezTo>
                  <a:pt x="1265" y="495"/>
                  <a:pt x="1265" y="495"/>
                  <a:pt x="1265" y="495"/>
                </a:cubicBezTo>
                <a:cubicBezTo>
                  <a:pt x="1246" y="411"/>
                  <a:pt x="1246" y="411"/>
                  <a:pt x="1246" y="411"/>
                </a:cubicBezTo>
                <a:cubicBezTo>
                  <a:pt x="1248" y="410"/>
                  <a:pt x="1250" y="408"/>
                  <a:pt x="1251" y="406"/>
                </a:cubicBezTo>
                <a:close/>
                <a:moveTo>
                  <a:pt x="1242" y="411"/>
                </a:moveTo>
                <a:cubicBezTo>
                  <a:pt x="1243" y="411"/>
                  <a:pt x="1243" y="411"/>
                  <a:pt x="1243" y="411"/>
                </a:cubicBezTo>
                <a:cubicBezTo>
                  <a:pt x="1263" y="500"/>
                  <a:pt x="1263" y="500"/>
                  <a:pt x="1263" y="500"/>
                </a:cubicBezTo>
                <a:cubicBezTo>
                  <a:pt x="1213" y="695"/>
                  <a:pt x="1213" y="695"/>
                  <a:pt x="1213" y="695"/>
                </a:cubicBezTo>
                <a:cubicBezTo>
                  <a:pt x="1077" y="605"/>
                  <a:pt x="1077" y="605"/>
                  <a:pt x="1077" y="605"/>
                </a:cubicBezTo>
                <a:cubicBezTo>
                  <a:pt x="1037" y="550"/>
                  <a:pt x="1037" y="550"/>
                  <a:pt x="1037" y="550"/>
                </a:cubicBezTo>
                <a:cubicBezTo>
                  <a:pt x="1233" y="407"/>
                  <a:pt x="1233" y="407"/>
                  <a:pt x="1233" y="407"/>
                </a:cubicBezTo>
                <a:cubicBezTo>
                  <a:pt x="1235" y="410"/>
                  <a:pt x="1239" y="411"/>
                  <a:pt x="1242" y="411"/>
                </a:cubicBezTo>
                <a:close/>
                <a:moveTo>
                  <a:pt x="1195" y="754"/>
                </a:moveTo>
                <a:cubicBezTo>
                  <a:pt x="1192" y="754"/>
                  <a:pt x="1189" y="755"/>
                  <a:pt x="1187" y="756"/>
                </a:cubicBezTo>
                <a:cubicBezTo>
                  <a:pt x="1080" y="609"/>
                  <a:pt x="1080" y="609"/>
                  <a:pt x="1080" y="609"/>
                </a:cubicBezTo>
                <a:cubicBezTo>
                  <a:pt x="1212" y="697"/>
                  <a:pt x="1212" y="697"/>
                  <a:pt x="1212" y="697"/>
                </a:cubicBezTo>
                <a:cubicBezTo>
                  <a:pt x="1197" y="754"/>
                  <a:pt x="1197" y="754"/>
                  <a:pt x="1197" y="754"/>
                </a:cubicBezTo>
                <a:cubicBezTo>
                  <a:pt x="1196" y="754"/>
                  <a:pt x="1196" y="754"/>
                  <a:pt x="1195" y="754"/>
                </a:cubicBezTo>
                <a:close/>
                <a:moveTo>
                  <a:pt x="1184" y="758"/>
                </a:moveTo>
                <a:cubicBezTo>
                  <a:pt x="1182" y="761"/>
                  <a:pt x="1180" y="764"/>
                  <a:pt x="1180" y="768"/>
                </a:cubicBezTo>
                <a:cubicBezTo>
                  <a:pt x="1016" y="768"/>
                  <a:pt x="1016" y="768"/>
                  <a:pt x="1016" y="768"/>
                </a:cubicBezTo>
                <a:cubicBezTo>
                  <a:pt x="1016" y="576"/>
                  <a:pt x="1016" y="576"/>
                  <a:pt x="1016" y="576"/>
                </a:cubicBezTo>
                <a:cubicBezTo>
                  <a:pt x="1018" y="575"/>
                  <a:pt x="1021" y="574"/>
                  <a:pt x="1022" y="571"/>
                </a:cubicBezTo>
                <a:cubicBezTo>
                  <a:pt x="1072" y="604"/>
                  <a:pt x="1072" y="604"/>
                  <a:pt x="1072" y="604"/>
                </a:cubicBezTo>
                <a:lnTo>
                  <a:pt x="1184" y="758"/>
                </a:lnTo>
                <a:close/>
                <a:moveTo>
                  <a:pt x="1007" y="968"/>
                </a:moveTo>
                <a:cubicBezTo>
                  <a:pt x="746" y="779"/>
                  <a:pt x="746" y="779"/>
                  <a:pt x="746" y="779"/>
                </a:cubicBezTo>
                <a:cubicBezTo>
                  <a:pt x="747" y="776"/>
                  <a:pt x="747" y="774"/>
                  <a:pt x="748" y="772"/>
                </a:cubicBezTo>
                <a:cubicBezTo>
                  <a:pt x="1013" y="772"/>
                  <a:pt x="1013" y="772"/>
                  <a:pt x="1013" y="772"/>
                </a:cubicBezTo>
                <a:cubicBezTo>
                  <a:pt x="1013" y="964"/>
                  <a:pt x="1013" y="964"/>
                  <a:pt x="1013" y="964"/>
                </a:cubicBezTo>
                <a:cubicBezTo>
                  <a:pt x="1011" y="965"/>
                  <a:pt x="1008" y="966"/>
                  <a:pt x="1007" y="968"/>
                </a:cubicBezTo>
                <a:close/>
                <a:moveTo>
                  <a:pt x="1013" y="576"/>
                </a:moveTo>
                <a:cubicBezTo>
                  <a:pt x="1013" y="768"/>
                  <a:pt x="1013" y="768"/>
                  <a:pt x="1013" y="768"/>
                </a:cubicBezTo>
                <a:cubicBezTo>
                  <a:pt x="748" y="768"/>
                  <a:pt x="748" y="768"/>
                  <a:pt x="748" y="768"/>
                </a:cubicBezTo>
                <a:cubicBezTo>
                  <a:pt x="747" y="766"/>
                  <a:pt x="747" y="764"/>
                  <a:pt x="746" y="761"/>
                </a:cubicBezTo>
                <a:cubicBezTo>
                  <a:pt x="1007" y="572"/>
                  <a:pt x="1007" y="572"/>
                  <a:pt x="1007" y="572"/>
                </a:cubicBezTo>
                <a:cubicBezTo>
                  <a:pt x="1008" y="574"/>
                  <a:pt x="1011" y="575"/>
                  <a:pt x="1013" y="576"/>
                </a:cubicBezTo>
                <a:close/>
                <a:moveTo>
                  <a:pt x="1005" y="570"/>
                </a:moveTo>
                <a:cubicBezTo>
                  <a:pt x="744" y="760"/>
                  <a:pt x="744" y="760"/>
                  <a:pt x="744" y="760"/>
                </a:cubicBezTo>
                <a:cubicBezTo>
                  <a:pt x="743" y="758"/>
                  <a:pt x="741" y="756"/>
                  <a:pt x="739" y="755"/>
                </a:cubicBezTo>
                <a:cubicBezTo>
                  <a:pt x="820" y="503"/>
                  <a:pt x="820" y="503"/>
                  <a:pt x="820" y="503"/>
                </a:cubicBezTo>
                <a:cubicBezTo>
                  <a:pt x="1004" y="563"/>
                  <a:pt x="1004" y="563"/>
                  <a:pt x="1004" y="563"/>
                </a:cubicBezTo>
                <a:cubicBezTo>
                  <a:pt x="1004" y="564"/>
                  <a:pt x="1004" y="564"/>
                  <a:pt x="1004" y="565"/>
                </a:cubicBezTo>
                <a:cubicBezTo>
                  <a:pt x="1004" y="567"/>
                  <a:pt x="1005" y="568"/>
                  <a:pt x="1005" y="570"/>
                </a:cubicBezTo>
                <a:close/>
                <a:moveTo>
                  <a:pt x="736" y="754"/>
                </a:moveTo>
                <a:cubicBezTo>
                  <a:pt x="734" y="753"/>
                  <a:pt x="733" y="753"/>
                  <a:pt x="732" y="753"/>
                </a:cubicBezTo>
                <a:cubicBezTo>
                  <a:pt x="731" y="753"/>
                  <a:pt x="729" y="753"/>
                  <a:pt x="728" y="754"/>
                </a:cubicBezTo>
                <a:cubicBezTo>
                  <a:pt x="629" y="448"/>
                  <a:pt x="629" y="448"/>
                  <a:pt x="629" y="448"/>
                </a:cubicBezTo>
                <a:cubicBezTo>
                  <a:pt x="631" y="447"/>
                  <a:pt x="632" y="445"/>
                  <a:pt x="633" y="442"/>
                </a:cubicBezTo>
                <a:cubicBezTo>
                  <a:pt x="817" y="502"/>
                  <a:pt x="817" y="502"/>
                  <a:pt x="817" y="502"/>
                </a:cubicBezTo>
                <a:lnTo>
                  <a:pt x="736" y="754"/>
                </a:lnTo>
                <a:close/>
                <a:moveTo>
                  <a:pt x="624" y="449"/>
                </a:moveTo>
                <a:cubicBezTo>
                  <a:pt x="625" y="449"/>
                  <a:pt x="626" y="449"/>
                  <a:pt x="626" y="449"/>
                </a:cubicBezTo>
                <a:cubicBezTo>
                  <a:pt x="726" y="754"/>
                  <a:pt x="726" y="754"/>
                  <a:pt x="726" y="754"/>
                </a:cubicBezTo>
                <a:cubicBezTo>
                  <a:pt x="723" y="756"/>
                  <a:pt x="721" y="757"/>
                  <a:pt x="720" y="759"/>
                </a:cubicBezTo>
                <a:cubicBezTo>
                  <a:pt x="505" y="604"/>
                  <a:pt x="505" y="604"/>
                  <a:pt x="505" y="604"/>
                </a:cubicBezTo>
                <a:cubicBezTo>
                  <a:pt x="619" y="447"/>
                  <a:pt x="619" y="447"/>
                  <a:pt x="619" y="447"/>
                </a:cubicBezTo>
                <a:cubicBezTo>
                  <a:pt x="620" y="448"/>
                  <a:pt x="622" y="449"/>
                  <a:pt x="624" y="449"/>
                </a:cubicBezTo>
                <a:close/>
                <a:moveTo>
                  <a:pt x="718" y="762"/>
                </a:moveTo>
                <a:cubicBezTo>
                  <a:pt x="717" y="764"/>
                  <a:pt x="716" y="766"/>
                  <a:pt x="716" y="769"/>
                </a:cubicBezTo>
                <a:cubicBezTo>
                  <a:pt x="393" y="769"/>
                  <a:pt x="393" y="769"/>
                  <a:pt x="393" y="769"/>
                </a:cubicBezTo>
                <a:cubicBezTo>
                  <a:pt x="393" y="766"/>
                  <a:pt x="392" y="764"/>
                  <a:pt x="390" y="762"/>
                </a:cubicBezTo>
                <a:cubicBezTo>
                  <a:pt x="504" y="606"/>
                  <a:pt x="504" y="606"/>
                  <a:pt x="504" y="606"/>
                </a:cubicBezTo>
                <a:lnTo>
                  <a:pt x="718" y="762"/>
                </a:lnTo>
                <a:close/>
                <a:moveTo>
                  <a:pt x="373" y="769"/>
                </a:moveTo>
                <a:cubicBezTo>
                  <a:pt x="359" y="769"/>
                  <a:pt x="359" y="769"/>
                  <a:pt x="359" y="769"/>
                </a:cubicBezTo>
                <a:cubicBezTo>
                  <a:pt x="359" y="710"/>
                  <a:pt x="359" y="710"/>
                  <a:pt x="359" y="710"/>
                </a:cubicBezTo>
                <a:cubicBezTo>
                  <a:pt x="378" y="760"/>
                  <a:pt x="378" y="760"/>
                  <a:pt x="378" y="760"/>
                </a:cubicBezTo>
                <a:cubicBezTo>
                  <a:pt x="375" y="762"/>
                  <a:pt x="373" y="765"/>
                  <a:pt x="373" y="769"/>
                </a:cubicBezTo>
                <a:close/>
                <a:moveTo>
                  <a:pt x="359" y="771"/>
                </a:moveTo>
                <a:cubicBezTo>
                  <a:pt x="373" y="771"/>
                  <a:pt x="373" y="771"/>
                  <a:pt x="373" y="771"/>
                </a:cubicBezTo>
                <a:cubicBezTo>
                  <a:pt x="373" y="775"/>
                  <a:pt x="375" y="778"/>
                  <a:pt x="378" y="780"/>
                </a:cubicBezTo>
                <a:cubicBezTo>
                  <a:pt x="359" y="830"/>
                  <a:pt x="359" y="830"/>
                  <a:pt x="359" y="830"/>
                </a:cubicBezTo>
                <a:lnTo>
                  <a:pt x="359" y="771"/>
                </a:lnTo>
                <a:close/>
                <a:moveTo>
                  <a:pt x="388" y="761"/>
                </a:moveTo>
                <a:cubicBezTo>
                  <a:pt x="387" y="760"/>
                  <a:pt x="385" y="759"/>
                  <a:pt x="383" y="759"/>
                </a:cubicBezTo>
                <a:cubicBezTo>
                  <a:pt x="382" y="759"/>
                  <a:pt x="381" y="759"/>
                  <a:pt x="380" y="760"/>
                </a:cubicBezTo>
                <a:cubicBezTo>
                  <a:pt x="359" y="703"/>
                  <a:pt x="359" y="703"/>
                  <a:pt x="359" y="703"/>
                </a:cubicBezTo>
                <a:cubicBezTo>
                  <a:pt x="359" y="514"/>
                  <a:pt x="359" y="514"/>
                  <a:pt x="359" y="514"/>
                </a:cubicBezTo>
                <a:cubicBezTo>
                  <a:pt x="363" y="514"/>
                  <a:pt x="367" y="512"/>
                  <a:pt x="369" y="508"/>
                </a:cubicBezTo>
                <a:cubicBezTo>
                  <a:pt x="502" y="605"/>
                  <a:pt x="502" y="605"/>
                  <a:pt x="502" y="605"/>
                </a:cubicBezTo>
                <a:lnTo>
                  <a:pt x="388" y="761"/>
                </a:lnTo>
                <a:close/>
                <a:moveTo>
                  <a:pt x="359" y="1026"/>
                </a:moveTo>
                <a:cubicBezTo>
                  <a:pt x="359" y="837"/>
                  <a:pt x="359" y="837"/>
                  <a:pt x="359" y="837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1" y="781"/>
                  <a:pt x="382" y="781"/>
                  <a:pt x="383" y="781"/>
                </a:cubicBezTo>
                <a:cubicBezTo>
                  <a:pt x="385" y="781"/>
                  <a:pt x="387" y="780"/>
                  <a:pt x="388" y="779"/>
                </a:cubicBezTo>
                <a:cubicBezTo>
                  <a:pt x="502" y="935"/>
                  <a:pt x="502" y="935"/>
                  <a:pt x="502" y="935"/>
                </a:cubicBezTo>
                <a:cubicBezTo>
                  <a:pt x="369" y="1032"/>
                  <a:pt x="369" y="1032"/>
                  <a:pt x="369" y="1032"/>
                </a:cubicBezTo>
                <a:cubicBezTo>
                  <a:pt x="367" y="1028"/>
                  <a:pt x="363" y="1026"/>
                  <a:pt x="359" y="1026"/>
                </a:cubicBezTo>
                <a:close/>
                <a:moveTo>
                  <a:pt x="390" y="778"/>
                </a:moveTo>
                <a:cubicBezTo>
                  <a:pt x="392" y="776"/>
                  <a:pt x="393" y="774"/>
                  <a:pt x="393" y="771"/>
                </a:cubicBezTo>
                <a:cubicBezTo>
                  <a:pt x="716" y="771"/>
                  <a:pt x="716" y="771"/>
                  <a:pt x="716" y="771"/>
                </a:cubicBezTo>
                <a:cubicBezTo>
                  <a:pt x="716" y="774"/>
                  <a:pt x="717" y="776"/>
                  <a:pt x="718" y="778"/>
                </a:cubicBezTo>
                <a:cubicBezTo>
                  <a:pt x="504" y="934"/>
                  <a:pt x="504" y="934"/>
                  <a:pt x="504" y="934"/>
                </a:cubicBezTo>
                <a:lnTo>
                  <a:pt x="390" y="778"/>
                </a:lnTo>
                <a:close/>
                <a:moveTo>
                  <a:pt x="720" y="781"/>
                </a:moveTo>
                <a:cubicBezTo>
                  <a:pt x="721" y="783"/>
                  <a:pt x="723" y="784"/>
                  <a:pt x="726" y="786"/>
                </a:cubicBezTo>
                <a:cubicBezTo>
                  <a:pt x="626" y="1091"/>
                  <a:pt x="626" y="1091"/>
                  <a:pt x="626" y="1091"/>
                </a:cubicBezTo>
                <a:cubicBezTo>
                  <a:pt x="626" y="1091"/>
                  <a:pt x="625" y="1091"/>
                  <a:pt x="624" y="1091"/>
                </a:cubicBezTo>
                <a:cubicBezTo>
                  <a:pt x="622" y="1091"/>
                  <a:pt x="620" y="1092"/>
                  <a:pt x="619" y="1093"/>
                </a:cubicBezTo>
                <a:cubicBezTo>
                  <a:pt x="505" y="936"/>
                  <a:pt x="505" y="936"/>
                  <a:pt x="505" y="936"/>
                </a:cubicBezTo>
                <a:lnTo>
                  <a:pt x="720" y="781"/>
                </a:lnTo>
                <a:close/>
                <a:moveTo>
                  <a:pt x="629" y="1092"/>
                </a:moveTo>
                <a:cubicBezTo>
                  <a:pt x="728" y="786"/>
                  <a:pt x="728" y="786"/>
                  <a:pt x="728" y="786"/>
                </a:cubicBezTo>
                <a:cubicBezTo>
                  <a:pt x="729" y="787"/>
                  <a:pt x="731" y="787"/>
                  <a:pt x="732" y="787"/>
                </a:cubicBezTo>
                <a:cubicBezTo>
                  <a:pt x="733" y="787"/>
                  <a:pt x="734" y="787"/>
                  <a:pt x="736" y="786"/>
                </a:cubicBezTo>
                <a:cubicBezTo>
                  <a:pt x="817" y="1038"/>
                  <a:pt x="817" y="1038"/>
                  <a:pt x="817" y="1038"/>
                </a:cubicBezTo>
                <a:cubicBezTo>
                  <a:pt x="633" y="1098"/>
                  <a:pt x="633" y="1098"/>
                  <a:pt x="633" y="1098"/>
                </a:cubicBezTo>
                <a:cubicBezTo>
                  <a:pt x="632" y="1095"/>
                  <a:pt x="631" y="1093"/>
                  <a:pt x="629" y="1092"/>
                </a:cubicBezTo>
                <a:close/>
                <a:moveTo>
                  <a:pt x="739" y="785"/>
                </a:moveTo>
                <a:cubicBezTo>
                  <a:pt x="741" y="784"/>
                  <a:pt x="743" y="782"/>
                  <a:pt x="744" y="780"/>
                </a:cubicBezTo>
                <a:cubicBezTo>
                  <a:pt x="1005" y="970"/>
                  <a:pt x="1005" y="970"/>
                  <a:pt x="1005" y="970"/>
                </a:cubicBezTo>
                <a:cubicBezTo>
                  <a:pt x="1005" y="972"/>
                  <a:pt x="1004" y="973"/>
                  <a:pt x="1004" y="975"/>
                </a:cubicBezTo>
                <a:cubicBezTo>
                  <a:pt x="1004" y="976"/>
                  <a:pt x="1004" y="976"/>
                  <a:pt x="1004" y="977"/>
                </a:cubicBezTo>
                <a:cubicBezTo>
                  <a:pt x="820" y="1037"/>
                  <a:pt x="820" y="1037"/>
                  <a:pt x="820" y="1037"/>
                </a:cubicBezTo>
                <a:lnTo>
                  <a:pt x="739" y="785"/>
                </a:lnTo>
                <a:close/>
                <a:moveTo>
                  <a:pt x="1016" y="964"/>
                </a:moveTo>
                <a:cubicBezTo>
                  <a:pt x="1016" y="772"/>
                  <a:pt x="1016" y="772"/>
                  <a:pt x="1016" y="772"/>
                </a:cubicBezTo>
                <a:cubicBezTo>
                  <a:pt x="1180" y="772"/>
                  <a:pt x="1180" y="772"/>
                  <a:pt x="1180" y="772"/>
                </a:cubicBezTo>
                <a:cubicBezTo>
                  <a:pt x="1180" y="776"/>
                  <a:pt x="1182" y="779"/>
                  <a:pt x="1184" y="782"/>
                </a:cubicBezTo>
                <a:cubicBezTo>
                  <a:pt x="1072" y="936"/>
                  <a:pt x="1072" y="936"/>
                  <a:pt x="1072" y="936"/>
                </a:cubicBezTo>
                <a:cubicBezTo>
                  <a:pt x="1022" y="969"/>
                  <a:pt x="1022" y="969"/>
                  <a:pt x="1022" y="969"/>
                </a:cubicBezTo>
                <a:cubicBezTo>
                  <a:pt x="1021" y="966"/>
                  <a:pt x="1018" y="965"/>
                  <a:pt x="1016" y="964"/>
                </a:cubicBezTo>
                <a:close/>
                <a:moveTo>
                  <a:pt x="1187" y="784"/>
                </a:moveTo>
                <a:cubicBezTo>
                  <a:pt x="1189" y="785"/>
                  <a:pt x="1192" y="786"/>
                  <a:pt x="1195" y="786"/>
                </a:cubicBezTo>
                <a:cubicBezTo>
                  <a:pt x="1196" y="786"/>
                  <a:pt x="1196" y="786"/>
                  <a:pt x="1197" y="786"/>
                </a:cubicBezTo>
                <a:cubicBezTo>
                  <a:pt x="1212" y="843"/>
                  <a:pt x="1212" y="843"/>
                  <a:pt x="1212" y="843"/>
                </a:cubicBezTo>
                <a:cubicBezTo>
                  <a:pt x="1080" y="931"/>
                  <a:pt x="1080" y="931"/>
                  <a:pt x="1080" y="931"/>
                </a:cubicBezTo>
                <a:lnTo>
                  <a:pt x="1187" y="784"/>
                </a:lnTo>
                <a:close/>
                <a:moveTo>
                  <a:pt x="1200" y="785"/>
                </a:moveTo>
                <a:cubicBezTo>
                  <a:pt x="1205" y="783"/>
                  <a:pt x="1209" y="778"/>
                  <a:pt x="1210" y="772"/>
                </a:cubicBezTo>
                <a:cubicBezTo>
                  <a:pt x="1314" y="771"/>
                  <a:pt x="1314" y="771"/>
                  <a:pt x="1314" y="771"/>
                </a:cubicBezTo>
                <a:cubicBezTo>
                  <a:pt x="1314" y="773"/>
                  <a:pt x="1314" y="774"/>
                  <a:pt x="1315" y="775"/>
                </a:cubicBezTo>
                <a:cubicBezTo>
                  <a:pt x="1215" y="841"/>
                  <a:pt x="1215" y="841"/>
                  <a:pt x="1215" y="841"/>
                </a:cubicBezTo>
                <a:lnTo>
                  <a:pt x="1200" y="785"/>
                </a:lnTo>
                <a:close/>
                <a:moveTo>
                  <a:pt x="1314" y="768"/>
                </a:moveTo>
                <a:cubicBezTo>
                  <a:pt x="1210" y="768"/>
                  <a:pt x="1210" y="768"/>
                  <a:pt x="1210" y="768"/>
                </a:cubicBezTo>
                <a:cubicBezTo>
                  <a:pt x="1209" y="762"/>
                  <a:pt x="1205" y="757"/>
                  <a:pt x="1200" y="755"/>
                </a:cubicBezTo>
                <a:cubicBezTo>
                  <a:pt x="1215" y="699"/>
                  <a:pt x="1215" y="699"/>
                  <a:pt x="1215" y="699"/>
                </a:cubicBezTo>
                <a:cubicBezTo>
                  <a:pt x="1315" y="765"/>
                  <a:pt x="1315" y="765"/>
                  <a:pt x="1315" y="765"/>
                </a:cubicBezTo>
                <a:cubicBezTo>
                  <a:pt x="1314" y="766"/>
                  <a:pt x="1314" y="767"/>
                  <a:pt x="1314" y="768"/>
                </a:cubicBezTo>
                <a:close/>
                <a:moveTo>
                  <a:pt x="1069" y="600"/>
                </a:moveTo>
                <a:cubicBezTo>
                  <a:pt x="1023" y="570"/>
                  <a:pt x="1023" y="570"/>
                  <a:pt x="1023" y="570"/>
                </a:cubicBezTo>
                <a:cubicBezTo>
                  <a:pt x="1024" y="568"/>
                  <a:pt x="1024" y="567"/>
                  <a:pt x="1024" y="565"/>
                </a:cubicBezTo>
                <a:cubicBezTo>
                  <a:pt x="1024" y="563"/>
                  <a:pt x="1024" y="561"/>
                  <a:pt x="1023" y="560"/>
                </a:cubicBezTo>
                <a:cubicBezTo>
                  <a:pt x="1034" y="552"/>
                  <a:pt x="1034" y="552"/>
                  <a:pt x="1034" y="552"/>
                </a:cubicBezTo>
                <a:lnTo>
                  <a:pt x="1069" y="600"/>
                </a:lnTo>
                <a:close/>
                <a:moveTo>
                  <a:pt x="1022" y="558"/>
                </a:moveTo>
                <a:cubicBezTo>
                  <a:pt x="1020" y="556"/>
                  <a:pt x="1018" y="554"/>
                  <a:pt x="1014" y="554"/>
                </a:cubicBezTo>
                <a:cubicBezTo>
                  <a:pt x="1014" y="554"/>
                  <a:pt x="1013" y="554"/>
                  <a:pt x="1013" y="554"/>
                </a:cubicBezTo>
                <a:cubicBezTo>
                  <a:pt x="998" y="502"/>
                  <a:pt x="998" y="502"/>
                  <a:pt x="998" y="502"/>
                </a:cubicBezTo>
                <a:cubicBezTo>
                  <a:pt x="1033" y="550"/>
                  <a:pt x="1033" y="550"/>
                  <a:pt x="1033" y="550"/>
                </a:cubicBezTo>
                <a:lnTo>
                  <a:pt x="1022" y="558"/>
                </a:lnTo>
                <a:close/>
                <a:moveTo>
                  <a:pt x="1010" y="555"/>
                </a:moveTo>
                <a:cubicBezTo>
                  <a:pt x="1008" y="556"/>
                  <a:pt x="1006" y="558"/>
                  <a:pt x="1005" y="561"/>
                </a:cubicBezTo>
                <a:cubicBezTo>
                  <a:pt x="821" y="501"/>
                  <a:pt x="821" y="501"/>
                  <a:pt x="821" y="501"/>
                </a:cubicBezTo>
                <a:cubicBezTo>
                  <a:pt x="871" y="346"/>
                  <a:pt x="871" y="346"/>
                  <a:pt x="871" y="346"/>
                </a:cubicBezTo>
                <a:cubicBezTo>
                  <a:pt x="873" y="346"/>
                  <a:pt x="874" y="346"/>
                  <a:pt x="875" y="346"/>
                </a:cubicBezTo>
                <a:cubicBezTo>
                  <a:pt x="878" y="346"/>
                  <a:pt x="881" y="345"/>
                  <a:pt x="883" y="344"/>
                </a:cubicBezTo>
                <a:cubicBezTo>
                  <a:pt x="994" y="497"/>
                  <a:pt x="994" y="497"/>
                  <a:pt x="994" y="497"/>
                </a:cubicBezTo>
                <a:lnTo>
                  <a:pt x="1010" y="555"/>
                </a:lnTo>
                <a:close/>
                <a:moveTo>
                  <a:pt x="885" y="342"/>
                </a:moveTo>
                <a:cubicBezTo>
                  <a:pt x="888" y="339"/>
                  <a:pt x="889" y="336"/>
                  <a:pt x="890" y="332"/>
                </a:cubicBezTo>
                <a:cubicBezTo>
                  <a:pt x="950" y="336"/>
                  <a:pt x="950" y="336"/>
                  <a:pt x="950" y="336"/>
                </a:cubicBezTo>
                <a:cubicBezTo>
                  <a:pt x="992" y="488"/>
                  <a:pt x="992" y="488"/>
                  <a:pt x="992" y="488"/>
                </a:cubicBezTo>
                <a:lnTo>
                  <a:pt x="885" y="342"/>
                </a:lnTo>
                <a:close/>
                <a:moveTo>
                  <a:pt x="910" y="217"/>
                </a:moveTo>
                <a:cubicBezTo>
                  <a:pt x="879" y="314"/>
                  <a:pt x="879" y="314"/>
                  <a:pt x="879" y="314"/>
                </a:cubicBezTo>
                <a:cubicBezTo>
                  <a:pt x="877" y="314"/>
                  <a:pt x="876" y="314"/>
                  <a:pt x="875" y="314"/>
                </a:cubicBezTo>
                <a:cubicBezTo>
                  <a:pt x="870" y="314"/>
                  <a:pt x="865" y="316"/>
                  <a:pt x="863" y="321"/>
                </a:cubicBezTo>
                <a:cubicBezTo>
                  <a:pt x="813" y="289"/>
                  <a:pt x="813" y="289"/>
                  <a:pt x="813" y="289"/>
                </a:cubicBezTo>
                <a:cubicBezTo>
                  <a:pt x="907" y="214"/>
                  <a:pt x="907" y="214"/>
                  <a:pt x="907" y="214"/>
                </a:cubicBezTo>
                <a:cubicBezTo>
                  <a:pt x="908" y="215"/>
                  <a:pt x="909" y="216"/>
                  <a:pt x="910" y="217"/>
                </a:cubicBezTo>
                <a:close/>
                <a:moveTo>
                  <a:pt x="861" y="323"/>
                </a:moveTo>
                <a:cubicBezTo>
                  <a:pt x="860" y="325"/>
                  <a:pt x="860" y="327"/>
                  <a:pt x="860" y="330"/>
                </a:cubicBezTo>
                <a:cubicBezTo>
                  <a:pt x="860" y="331"/>
                  <a:pt x="860" y="332"/>
                  <a:pt x="860" y="333"/>
                </a:cubicBezTo>
                <a:cubicBezTo>
                  <a:pt x="687" y="389"/>
                  <a:pt x="687" y="389"/>
                  <a:pt x="687" y="389"/>
                </a:cubicBezTo>
                <a:cubicBezTo>
                  <a:pt x="811" y="291"/>
                  <a:pt x="811" y="291"/>
                  <a:pt x="811" y="291"/>
                </a:cubicBezTo>
                <a:lnTo>
                  <a:pt x="861" y="323"/>
                </a:lnTo>
                <a:close/>
                <a:moveTo>
                  <a:pt x="861" y="336"/>
                </a:moveTo>
                <a:cubicBezTo>
                  <a:pt x="862" y="340"/>
                  <a:pt x="865" y="343"/>
                  <a:pt x="869" y="345"/>
                </a:cubicBezTo>
                <a:cubicBezTo>
                  <a:pt x="818" y="500"/>
                  <a:pt x="818" y="500"/>
                  <a:pt x="818" y="500"/>
                </a:cubicBezTo>
                <a:cubicBezTo>
                  <a:pt x="634" y="440"/>
                  <a:pt x="634" y="440"/>
                  <a:pt x="634" y="440"/>
                </a:cubicBezTo>
                <a:cubicBezTo>
                  <a:pt x="634" y="439"/>
                  <a:pt x="634" y="439"/>
                  <a:pt x="634" y="438"/>
                </a:cubicBezTo>
                <a:cubicBezTo>
                  <a:pt x="634" y="436"/>
                  <a:pt x="634" y="434"/>
                  <a:pt x="633" y="433"/>
                </a:cubicBezTo>
                <a:cubicBezTo>
                  <a:pt x="680" y="395"/>
                  <a:pt x="680" y="395"/>
                  <a:pt x="680" y="395"/>
                </a:cubicBezTo>
                <a:lnTo>
                  <a:pt x="861" y="336"/>
                </a:lnTo>
                <a:close/>
                <a:moveTo>
                  <a:pt x="632" y="431"/>
                </a:moveTo>
                <a:cubicBezTo>
                  <a:pt x="630" y="429"/>
                  <a:pt x="627" y="427"/>
                  <a:pt x="624" y="427"/>
                </a:cubicBezTo>
                <a:cubicBezTo>
                  <a:pt x="623" y="427"/>
                  <a:pt x="623" y="427"/>
                  <a:pt x="622" y="428"/>
                </a:cubicBezTo>
                <a:cubicBezTo>
                  <a:pt x="618" y="415"/>
                  <a:pt x="618" y="415"/>
                  <a:pt x="618" y="415"/>
                </a:cubicBezTo>
                <a:cubicBezTo>
                  <a:pt x="675" y="397"/>
                  <a:pt x="675" y="397"/>
                  <a:pt x="675" y="397"/>
                </a:cubicBezTo>
                <a:lnTo>
                  <a:pt x="632" y="431"/>
                </a:lnTo>
                <a:close/>
                <a:moveTo>
                  <a:pt x="620" y="428"/>
                </a:moveTo>
                <a:cubicBezTo>
                  <a:pt x="617" y="430"/>
                  <a:pt x="615" y="433"/>
                  <a:pt x="614" y="436"/>
                </a:cubicBezTo>
                <a:cubicBezTo>
                  <a:pt x="560" y="434"/>
                  <a:pt x="560" y="434"/>
                  <a:pt x="560" y="434"/>
                </a:cubicBezTo>
                <a:cubicBezTo>
                  <a:pt x="616" y="416"/>
                  <a:pt x="616" y="416"/>
                  <a:pt x="616" y="416"/>
                </a:cubicBezTo>
                <a:lnTo>
                  <a:pt x="620" y="428"/>
                </a:lnTo>
                <a:close/>
                <a:moveTo>
                  <a:pt x="614" y="439"/>
                </a:moveTo>
                <a:cubicBezTo>
                  <a:pt x="614" y="442"/>
                  <a:pt x="615" y="444"/>
                  <a:pt x="617" y="446"/>
                </a:cubicBezTo>
                <a:cubicBezTo>
                  <a:pt x="504" y="602"/>
                  <a:pt x="504" y="602"/>
                  <a:pt x="504" y="602"/>
                </a:cubicBezTo>
                <a:cubicBezTo>
                  <a:pt x="371" y="506"/>
                  <a:pt x="371" y="506"/>
                  <a:pt x="371" y="506"/>
                </a:cubicBezTo>
                <a:cubicBezTo>
                  <a:pt x="372" y="504"/>
                  <a:pt x="373" y="501"/>
                  <a:pt x="373" y="498"/>
                </a:cubicBezTo>
                <a:cubicBezTo>
                  <a:pt x="373" y="497"/>
                  <a:pt x="373" y="496"/>
                  <a:pt x="373" y="495"/>
                </a:cubicBezTo>
                <a:cubicBezTo>
                  <a:pt x="553" y="436"/>
                  <a:pt x="553" y="436"/>
                  <a:pt x="553" y="436"/>
                </a:cubicBezTo>
                <a:lnTo>
                  <a:pt x="614" y="439"/>
                </a:lnTo>
                <a:close/>
                <a:moveTo>
                  <a:pt x="372" y="492"/>
                </a:moveTo>
                <a:cubicBezTo>
                  <a:pt x="370" y="488"/>
                  <a:pt x="368" y="486"/>
                  <a:pt x="365" y="484"/>
                </a:cubicBezTo>
                <a:cubicBezTo>
                  <a:pt x="386" y="429"/>
                  <a:pt x="386" y="429"/>
                  <a:pt x="386" y="429"/>
                </a:cubicBezTo>
                <a:cubicBezTo>
                  <a:pt x="544" y="436"/>
                  <a:pt x="544" y="436"/>
                  <a:pt x="544" y="436"/>
                </a:cubicBezTo>
                <a:lnTo>
                  <a:pt x="372" y="492"/>
                </a:lnTo>
                <a:close/>
                <a:moveTo>
                  <a:pt x="261" y="429"/>
                </a:moveTo>
                <a:cubicBezTo>
                  <a:pt x="345" y="490"/>
                  <a:pt x="345" y="490"/>
                  <a:pt x="345" y="490"/>
                </a:cubicBezTo>
                <a:cubicBezTo>
                  <a:pt x="343" y="492"/>
                  <a:pt x="343" y="495"/>
                  <a:pt x="343" y="498"/>
                </a:cubicBezTo>
                <a:cubicBezTo>
                  <a:pt x="343" y="501"/>
                  <a:pt x="343" y="504"/>
                  <a:pt x="345" y="507"/>
                </a:cubicBezTo>
                <a:cubicBezTo>
                  <a:pt x="300" y="544"/>
                  <a:pt x="300" y="544"/>
                  <a:pt x="300" y="544"/>
                </a:cubicBezTo>
                <a:cubicBezTo>
                  <a:pt x="258" y="432"/>
                  <a:pt x="258" y="432"/>
                  <a:pt x="258" y="432"/>
                </a:cubicBezTo>
                <a:cubicBezTo>
                  <a:pt x="259" y="431"/>
                  <a:pt x="260" y="430"/>
                  <a:pt x="261" y="429"/>
                </a:cubicBezTo>
                <a:close/>
                <a:moveTo>
                  <a:pt x="347" y="509"/>
                </a:moveTo>
                <a:cubicBezTo>
                  <a:pt x="349" y="512"/>
                  <a:pt x="352" y="514"/>
                  <a:pt x="356" y="514"/>
                </a:cubicBezTo>
                <a:cubicBezTo>
                  <a:pt x="356" y="695"/>
                  <a:pt x="356" y="695"/>
                  <a:pt x="356" y="695"/>
                </a:cubicBezTo>
                <a:cubicBezTo>
                  <a:pt x="301" y="547"/>
                  <a:pt x="301" y="547"/>
                  <a:pt x="301" y="547"/>
                </a:cubicBezTo>
                <a:lnTo>
                  <a:pt x="347" y="509"/>
                </a:lnTo>
                <a:close/>
                <a:moveTo>
                  <a:pt x="356" y="1026"/>
                </a:moveTo>
                <a:cubicBezTo>
                  <a:pt x="352" y="1026"/>
                  <a:pt x="349" y="1028"/>
                  <a:pt x="347" y="1031"/>
                </a:cubicBezTo>
                <a:cubicBezTo>
                  <a:pt x="301" y="993"/>
                  <a:pt x="301" y="993"/>
                  <a:pt x="301" y="993"/>
                </a:cubicBezTo>
                <a:cubicBezTo>
                  <a:pt x="356" y="845"/>
                  <a:pt x="356" y="845"/>
                  <a:pt x="356" y="845"/>
                </a:cubicBezTo>
                <a:lnTo>
                  <a:pt x="356" y="1026"/>
                </a:lnTo>
                <a:close/>
                <a:moveTo>
                  <a:pt x="365" y="1056"/>
                </a:moveTo>
                <a:cubicBezTo>
                  <a:pt x="368" y="1054"/>
                  <a:pt x="370" y="1052"/>
                  <a:pt x="372" y="1048"/>
                </a:cubicBezTo>
                <a:cubicBezTo>
                  <a:pt x="544" y="1104"/>
                  <a:pt x="544" y="1104"/>
                  <a:pt x="544" y="1104"/>
                </a:cubicBezTo>
                <a:cubicBezTo>
                  <a:pt x="386" y="1111"/>
                  <a:pt x="386" y="1111"/>
                  <a:pt x="386" y="1111"/>
                </a:cubicBezTo>
                <a:lnTo>
                  <a:pt x="365" y="1056"/>
                </a:lnTo>
                <a:close/>
                <a:moveTo>
                  <a:pt x="373" y="1045"/>
                </a:moveTo>
                <a:cubicBezTo>
                  <a:pt x="373" y="1044"/>
                  <a:pt x="373" y="1043"/>
                  <a:pt x="373" y="1042"/>
                </a:cubicBezTo>
                <a:cubicBezTo>
                  <a:pt x="373" y="1039"/>
                  <a:pt x="372" y="1036"/>
                  <a:pt x="371" y="1034"/>
                </a:cubicBezTo>
                <a:cubicBezTo>
                  <a:pt x="504" y="938"/>
                  <a:pt x="504" y="938"/>
                  <a:pt x="504" y="938"/>
                </a:cubicBezTo>
                <a:cubicBezTo>
                  <a:pt x="617" y="1094"/>
                  <a:pt x="617" y="1094"/>
                  <a:pt x="617" y="1094"/>
                </a:cubicBezTo>
                <a:cubicBezTo>
                  <a:pt x="615" y="1096"/>
                  <a:pt x="614" y="1098"/>
                  <a:pt x="614" y="1101"/>
                </a:cubicBezTo>
                <a:cubicBezTo>
                  <a:pt x="553" y="1104"/>
                  <a:pt x="553" y="1104"/>
                  <a:pt x="553" y="1104"/>
                </a:cubicBezTo>
                <a:lnTo>
                  <a:pt x="373" y="1045"/>
                </a:lnTo>
                <a:close/>
                <a:moveTo>
                  <a:pt x="614" y="1104"/>
                </a:moveTo>
                <a:cubicBezTo>
                  <a:pt x="615" y="1107"/>
                  <a:pt x="617" y="1110"/>
                  <a:pt x="620" y="1112"/>
                </a:cubicBezTo>
                <a:cubicBezTo>
                  <a:pt x="616" y="1124"/>
                  <a:pt x="616" y="1124"/>
                  <a:pt x="616" y="1124"/>
                </a:cubicBezTo>
                <a:cubicBezTo>
                  <a:pt x="560" y="1106"/>
                  <a:pt x="560" y="1106"/>
                  <a:pt x="560" y="1106"/>
                </a:cubicBezTo>
                <a:lnTo>
                  <a:pt x="614" y="1104"/>
                </a:lnTo>
                <a:close/>
                <a:moveTo>
                  <a:pt x="622" y="1112"/>
                </a:moveTo>
                <a:cubicBezTo>
                  <a:pt x="623" y="1113"/>
                  <a:pt x="623" y="1113"/>
                  <a:pt x="624" y="1113"/>
                </a:cubicBezTo>
                <a:cubicBezTo>
                  <a:pt x="627" y="1113"/>
                  <a:pt x="630" y="1111"/>
                  <a:pt x="632" y="1109"/>
                </a:cubicBezTo>
                <a:cubicBezTo>
                  <a:pt x="675" y="1143"/>
                  <a:pt x="675" y="1143"/>
                  <a:pt x="675" y="1143"/>
                </a:cubicBezTo>
                <a:cubicBezTo>
                  <a:pt x="618" y="1125"/>
                  <a:pt x="618" y="1125"/>
                  <a:pt x="618" y="1125"/>
                </a:cubicBezTo>
                <a:lnTo>
                  <a:pt x="622" y="1112"/>
                </a:lnTo>
                <a:close/>
                <a:moveTo>
                  <a:pt x="633" y="1107"/>
                </a:moveTo>
                <a:cubicBezTo>
                  <a:pt x="634" y="1106"/>
                  <a:pt x="634" y="1104"/>
                  <a:pt x="634" y="1102"/>
                </a:cubicBezTo>
                <a:cubicBezTo>
                  <a:pt x="634" y="1101"/>
                  <a:pt x="634" y="1101"/>
                  <a:pt x="634" y="1100"/>
                </a:cubicBezTo>
                <a:cubicBezTo>
                  <a:pt x="818" y="1040"/>
                  <a:pt x="818" y="1040"/>
                  <a:pt x="818" y="1040"/>
                </a:cubicBezTo>
                <a:cubicBezTo>
                  <a:pt x="869" y="1195"/>
                  <a:pt x="869" y="1195"/>
                  <a:pt x="869" y="1195"/>
                </a:cubicBezTo>
                <a:cubicBezTo>
                  <a:pt x="865" y="1197"/>
                  <a:pt x="862" y="1200"/>
                  <a:pt x="861" y="1204"/>
                </a:cubicBezTo>
                <a:cubicBezTo>
                  <a:pt x="680" y="1145"/>
                  <a:pt x="680" y="1145"/>
                  <a:pt x="680" y="1145"/>
                </a:cubicBezTo>
                <a:lnTo>
                  <a:pt x="633" y="1107"/>
                </a:lnTo>
                <a:close/>
                <a:moveTo>
                  <a:pt x="860" y="1207"/>
                </a:moveTo>
                <a:cubicBezTo>
                  <a:pt x="860" y="1208"/>
                  <a:pt x="860" y="1209"/>
                  <a:pt x="860" y="1210"/>
                </a:cubicBezTo>
                <a:cubicBezTo>
                  <a:pt x="860" y="1213"/>
                  <a:pt x="860" y="1215"/>
                  <a:pt x="861" y="1217"/>
                </a:cubicBezTo>
                <a:cubicBezTo>
                  <a:pt x="811" y="1249"/>
                  <a:pt x="811" y="1249"/>
                  <a:pt x="811" y="1249"/>
                </a:cubicBezTo>
                <a:cubicBezTo>
                  <a:pt x="687" y="1151"/>
                  <a:pt x="687" y="1151"/>
                  <a:pt x="687" y="1151"/>
                </a:cubicBezTo>
                <a:lnTo>
                  <a:pt x="860" y="1207"/>
                </a:lnTo>
                <a:close/>
                <a:moveTo>
                  <a:pt x="890" y="1208"/>
                </a:moveTo>
                <a:cubicBezTo>
                  <a:pt x="889" y="1204"/>
                  <a:pt x="888" y="1201"/>
                  <a:pt x="885" y="1198"/>
                </a:cubicBezTo>
                <a:cubicBezTo>
                  <a:pt x="992" y="1052"/>
                  <a:pt x="992" y="1052"/>
                  <a:pt x="992" y="1052"/>
                </a:cubicBezTo>
                <a:cubicBezTo>
                  <a:pt x="950" y="1204"/>
                  <a:pt x="950" y="1204"/>
                  <a:pt x="950" y="1204"/>
                </a:cubicBezTo>
                <a:lnTo>
                  <a:pt x="890" y="1208"/>
                </a:lnTo>
                <a:close/>
                <a:moveTo>
                  <a:pt x="883" y="1196"/>
                </a:moveTo>
                <a:cubicBezTo>
                  <a:pt x="881" y="1195"/>
                  <a:pt x="878" y="1194"/>
                  <a:pt x="875" y="1194"/>
                </a:cubicBezTo>
                <a:cubicBezTo>
                  <a:pt x="874" y="1194"/>
                  <a:pt x="873" y="1194"/>
                  <a:pt x="871" y="1194"/>
                </a:cubicBezTo>
                <a:cubicBezTo>
                  <a:pt x="821" y="1039"/>
                  <a:pt x="821" y="1039"/>
                  <a:pt x="821" y="1039"/>
                </a:cubicBezTo>
                <a:cubicBezTo>
                  <a:pt x="1005" y="979"/>
                  <a:pt x="1005" y="979"/>
                  <a:pt x="1005" y="979"/>
                </a:cubicBezTo>
                <a:cubicBezTo>
                  <a:pt x="1006" y="982"/>
                  <a:pt x="1008" y="984"/>
                  <a:pt x="1010" y="985"/>
                </a:cubicBezTo>
                <a:cubicBezTo>
                  <a:pt x="994" y="1043"/>
                  <a:pt x="994" y="1043"/>
                  <a:pt x="994" y="1043"/>
                </a:cubicBezTo>
                <a:lnTo>
                  <a:pt x="883" y="1196"/>
                </a:lnTo>
                <a:close/>
                <a:moveTo>
                  <a:pt x="1013" y="986"/>
                </a:moveTo>
                <a:cubicBezTo>
                  <a:pt x="1013" y="986"/>
                  <a:pt x="1014" y="986"/>
                  <a:pt x="1014" y="986"/>
                </a:cubicBezTo>
                <a:cubicBezTo>
                  <a:pt x="1018" y="986"/>
                  <a:pt x="1020" y="984"/>
                  <a:pt x="1022" y="982"/>
                </a:cubicBezTo>
                <a:cubicBezTo>
                  <a:pt x="1033" y="990"/>
                  <a:pt x="1033" y="990"/>
                  <a:pt x="1033" y="990"/>
                </a:cubicBezTo>
                <a:cubicBezTo>
                  <a:pt x="998" y="1038"/>
                  <a:pt x="998" y="1038"/>
                  <a:pt x="998" y="1038"/>
                </a:cubicBezTo>
                <a:lnTo>
                  <a:pt x="1013" y="986"/>
                </a:lnTo>
                <a:close/>
                <a:moveTo>
                  <a:pt x="1023" y="980"/>
                </a:moveTo>
                <a:cubicBezTo>
                  <a:pt x="1024" y="979"/>
                  <a:pt x="1024" y="977"/>
                  <a:pt x="1024" y="975"/>
                </a:cubicBezTo>
                <a:cubicBezTo>
                  <a:pt x="1024" y="973"/>
                  <a:pt x="1024" y="972"/>
                  <a:pt x="1023" y="970"/>
                </a:cubicBezTo>
                <a:cubicBezTo>
                  <a:pt x="1069" y="940"/>
                  <a:pt x="1069" y="940"/>
                  <a:pt x="1069" y="940"/>
                </a:cubicBezTo>
                <a:cubicBezTo>
                  <a:pt x="1034" y="988"/>
                  <a:pt x="1034" y="988"/>
                  <a:pt x="1034" y="988"/>
                </a:cubicBezTo>
                <a:lnTo>
                  <a:pt x="1023" y="980"/>
                </a:lnTo>
                <a:close/>
                <a:moveTo>
                  <a:pt x="1077" y="935"/>
                </a:moveTo>
                <a:cubicBezTo>
                  <a:pt x="1213" y="845"/>
                  <a:pt x="1213" y="845"/>
                  <a:pt x="1213" y="845"/>
                </a:cubicBezTo>
                <a:cubicBezTo>
                  <a:pt x="1263" y="1040"/>
                  <a:pt x="1263" y="1040"/>
                  <a:pt x="1263" y="1040"/>
                </a:cubicBezTo>
                <a:cubicBezTo>
                  <a:pt x="1243" y="1129"/>
                  <a:pt x="1243" y="1129"/>
                  <a:pt x="1243" y="1129"/>
                </a:cubicBezTo>
                <a:cubicBezTo>
                  <a:pt x="1243" y="1129"/>
                  <a:pt x="1243" y="1129"/>
                  <a:pt x="1242" y="1129"/>
                </a:cubicBezTo>
                <a:cubicBezTo>
                  <a:pt x="1239" y="1129"/>
                  <a:pt x="1235" y="1130"/>
                  <a:pt x="1233" y="1133"/>
                </a:cubicBezTo>
                <a:cubicBezTo>
                  <a:pt x="1037" y="990"/>
                  <a:pt x="1037" y="990"/>
                  <a:pt x="1037" y="990"/>
                </a:cubicBezTo>
                <a:lnTo>
                  <a:pt x="1077" y="935"/>
                </a:lnTo>
                <a:close/>
                <a:moveTo>
                  <a:pt x="1246" y="1129"/>
                </a:moveTo>
                <a:cubicBezTo>
                  <a:pt x="1265" y="1045"/>
                  <a:pt x="1265" y="1045"/>
                  <a:pt x="1265" y="1045"/>
                </a:cubicBezTo>
                <a:cubicBezTo>
                  <a:pt x="1282" y="1113"/>
                  <a:pt x="1282" y="1113"/>
                  <a:pt x="1282" y="1113"/>
                </a:cubicBezTo>
                <a:cubicBezTo>
                  <a:pt x="1251" y="1134"/>
                  <a:pt x="1251" y="1134"/>
                  <a:pt x="1251" y="1134"/>
                </a:cubicBezTo>
                <a:cubicBezTo>
                  <a:pt x="1250" y="1132"/>
                  <a:pt x="1248" y="1130"/>
                  <a:pt x="1246" y="1129"/>
                </a:cubicBezTo>
                <a:close/>
                <a:moveTo>
                  <a:pt x="1215" y="843"/>
                </a:moveTo>
                <a:cubicBezTo>
                  <a:pt x="1316" y="777"/>
                  <a:pt x="1316" y="777"/>
                  <a:pt x="1316" y="777"/>
                </a:cubicBezTo>
                <a:cubicBezTo>
                  <a:pt x="1317" y="779"/>
                  <a:pt x="1319" y="780"/>
                  <a:pt x="1321" y="781"/>
                </a:cubicBezTo>
                <a:cubicBezTo>
                  <a:pt x="1265" y="1033"/>
                  <a:pt x="1265" y="1033"/>
                  <a:pt x="1265" y="1033"/>
                </a:cubicBezTo>
                <a:lnTo>
                  <a:pt x="1215" y="843"/>
                </a:lnTo>
                <a:close/>
                <a:moveTo>
                  <a:pt x="1316" y="763"/>
                </a:moveTo>
                <a:cubicBezTo>
                  <a:pt x="1215" y="697"/>
                  <a:pt x="1215" y="697"/>
                  <a:pt x="1215" y="697"/>
                </a:cubicBezTo>
                <a:cubicBezTo>
                  <a:pt x="1265" y="506"/>
                  <a:pt x="1265" y="506"/>
                  <a:pt x="1265" y="506"/>
                </a:cubicBezTo>
                <a:cubicBezTo>
                  <a:pt x="1321" y="759"/>
                  <a:pt x="1321" y="759"/>
                  <a:pt x="1321" y="759"/>
                </a:cubicBezTo>
                <a:cubicBezTo>
                  <a:pt x="1319" y="760"/>
                  <a:pt x="1317" y="761"/>
                  <a:pt x="1316" y="763"/>
                </a:cubicBezTo>
                <a:close/>
                <a:moveTo>
                  <a:pt x="1238" y="388"/>
                </a:moveTo>
                <a:cubicBezTo>
                  <a:pt x="1236" y="389"/>
                  <a:pt x="1234" y="391"/>
                  <a:pt x="1233" y="393"/>
                </a:cubicBezTo>
                <a:cubicBezTo>
                  <a:pt x="1158" y="349"/>
                  <a:pt x="1158" y="349"/>
                  <a:pt x="1158" y="349"/>
                </a:cubicBezTo>
                <a:cubicBezTo>
                  <a:pt x="1228" y="353"/>
                  <a:pt x="1228" y="353"/>
                  <a:pt x="1228" y="353"/>
                </a:cubicBezTo>
                <a:lnTo>
                  <a:pt x="1238" y="388"/>
                </a:lnTo>
                <a:close/>
                <a:moveTo>
                  <a:pt x="1232" y="395"/>
                </a:moveTo>
                <a:cubicBezTo>
                  <a:pt x="1231" y="396"/>
                  <a:pt x="1231" y="398"/>
                  <a:pt x="1231" y="399"/>
                </a:cubicBezTo>
                <a:cubicBezTo>
                  <a:pt x="1231" y="402"/>
                  <a:pt x="1232" y="404"/>
                  <a:pt x="1233" y="405"/>
                </a:cubicBezTo>
                <a:cubicBezTo>
                  <a:pt x="1036" y="548"/>
                  <a:pt x="1036" y="548"/>
                  <a:pt x="1036" y="548"/>
                </a:cubicBezTo>
                <a:cubicBezTo>
                  <a:pt x="996" y="494"/>
                  <a:pt x="996" y="494"/>
                  <a:pt x="996" y="494"/>
                </a:cubicBezTo>
                <a:cubicBezTo>
                  <a:pt x="952" y="336"/>
                  <a:pt x="952" y="336"/>
                  <a:pt x="952" y="336"/>
                </a:cubicBezTo>
                <a:cubicBezTo>
                  <a:pt x="1153" y="348"/>
                  <a:pt x="1153" y="348"/>
                  <a:pt x="1153" y="348"/>
                </a:cubicBezTo>
                <a:lnTo>
                  <a:pt x="1232" y="395"/>
                </a:lnTo>
                <a:close/>
                <a:moveTo>
                  <a:pt x="951" y="333"/>
                </a:moveTo>
                <a:cubicBezTo>
                  <a:pt x="919" y="217"/>
                  <a:pt x="919" y="217"/>
                  <a:pt x="919" y="217"/>
                </a:cubicBezTo>
                <a:cubicBezTo>
                  <a:pt x="921" y="216"/>
                  <a:pt x="923" y="215"/>
                  <a:pt x="924" y="213"/>
                </a:cubicBezTo>
                <a:cubicBezTo>
                  <a:pt x="1147" y="345"/>
                  <a:pt x="1147" y="345"/>
                  <a:pt x="1147" y="345"/>
                </a:cubicBezTo>
                <a:lnTo>
                  <a:pt x="951" y="333"/>
                </a:lnTo>
                <a:close/>
                <a:moveTo>
                  <a:pt x="809" y="289"/>
                </a:moveTo>
                <a:cubicBezTo>
                  <a:pt x="681" y="391"/>
                  <a:pt x="681" y="391"/>
                  <a:pt x="681" y="391"/>
                </a:cubicBezTo>
                <a:cubicBezTo>
                  <a:pt x="617" y="412"/>
                  <a:pt x="617" y="412"/>
                  <a:pt x="617" y="412"/>
                </a:cubicBezTo>
                <a:cubicBezTo>
                  <a:pt x="542" y="181"/>
                  <a:pt x="542" y="181"/>
                  <a:pt x="542" y="181"/>
                </a:cubicBezTo>
                <a:cubicBezTo>
                  <a:pt x="545" y="179"/>
                  <a:pt x="547" y="176"/>
                  <a:pt x="548" y="173"/>
                </a:cubicBezTo>
                <a:cubicBezTo>
                  <a:pt x="640" y="181"/>
                  <a:pt x="640" y="181"/>
                  <a:pt x="640" y="181"/>
                </a:cubicBezTo>
                <a:lnTo>
                  <a:pt x="809" y="289"/>
                </a:lnTo>
                <a:close/>
                <a:moveTo>
                  <a:pt x="548" y="170"/>
                </a:moveTo>
                <a:cubicBezTo>
                  <a:pt x="548" y="168"/>
                  <a:pt x="548" y="166"/>
                  <a:pt x="546" y="164"/>
                </a:cubicBezTo>
                <a:cubicBezTo>
                  <a:pt x="576" y="140"/>
                  <a:pt x="576" y="140"/>
                  <a:pt x="576" y="140"/>
                </a:cubicBezTo>
                <a:cubicBezTo>
                  <a:pt x="636" y="179"/>
                  <a:pt x="636" y="179"/>
                  <a:pt x="636" y="179"/>
                </a:cubicBezTo>
                <a:lnTo>
                  <a:pt x="548" y="170"/>
                </a:lnTo>
                <a:close/>
                <a:moveTo>
                  <a:pt x="526" y="171"/>
                </a:moveTo>
                <a:cubicBezTo>
                  <a:pt x="526" y="173"/>
                  <a:pt x="527" y="175"/>
                  <a:pt x="528" y="177"/>
                </a:cubicBezTo>
                <a:cubicBezTo>
                  <a:pt x="463" y="234"/>
                  <a:pt x="463" y="234"/>
                  <a:pt x="463" y="234"/>
                </a:cubicBezTo>
                <a:cubicBezTo>
                  <a:pt x="488" y="169"/>
                  <a:pt x="488" y="169"/>
                  <a:pt x="488" y="169"/>
                </a:cubicBezTo>
                <a:lnTo>
                  <a:pt x="526" y="171"/>
                </a:lnTo>
                <a:close/>
                <a:moveTo>
                  <a:pt x="529" y="179"/>
                </a:moveTo>
                <a:cubicBezTo>
                  <a:pt x="531" y="181"/>
                  <a:pt x="534" y="182"/>
                  <a:pt x="537" y="182"/>
                </a:cubicBezTo>
                <a:cubicBezTo>
                  <a:pt x="538" y="182"/>
                  <a:pt x="539" y="182"/>
                  <a:pt x="540" y="182"/>
                </a:cubicBezTo>
                <a:cubicBezTo>
                  <a:pt x="615" y="413"/>
                  <a:pt x="615" y="413"/>
                  <a:pt x="615" y="413"/>
                </a:cubicBezTo>
                <a:cubicBezTo>
                  <a:pt x="551" y="434"/>
                  <a:pt x="551" y="434"/>
                  <a:pt x="551" y="434"/>
                </a:cubicBezTo>
                <a:cubicBezTo>
                  <a:pt x="387" y="426"/>
                  <a:pt x="387" y="426"/>
                  <a:pt x="387" y="426"/>
                </a:cubicBezTo>
                <a:cubicBezTo>
                  <a:pt x="461" y="240"/>
                  <a:pt x="461" y="240"/>
                  <a:pt x="461" y="240"/>
                </a:cubicBezTo>
                <a:lnTo>
                  <a:pt x="529" y="179"/>
                </a:lnTo>
                <a:close/>
                <a:moveTo>
                  <a:pt x="384" y="426"/>
                </a:moveTo>
                <a:cubicBezTo>
                  <a:pt x="263" y="421"/>
                  <a:pt x="263" y="421"/>
                  <a:pt x="263" y="421"/>
                </a:cubicBezTo>
                <a:cubicBezTo>
                  <a:pt x="263" y="419"/>
                  <a:pt x="263" y="417"/>
                  <a:pt x="262" y="415"/>
                </a:cubicBezTo>
                <a:cubicBezTo>
                  <a:pt x="456" y="244"/>
                  <a:pt x="456" y="244"/>
                  <a:pt x="456" y="244"/>
                </a:cubicBezTo>
                <a:lnTo>
                  <a:pt x="384" y="426"/>
                </a:lnTo>
                <a:close/>
                <a:moveTo>
                  <a:pt x="253" y="433"/>
                </a:moveTo>
                <a:cubicBezTo>
                  <a:pt x="254" y="433"/>
                  <a:pt x="255" y="433"/>
                  <a:pt x="256" y="433"/>
                </a:cubicBezTo>
                <a:cubicBezTo>
                  <a:pt x="298" y="546"/>
                  <a:pt x="298" y="546"/>
                  <a:pt x="298" y="546"/>
                </a:cubicBezTo>
                <a:cubicBezTo>
                  <a:pt x="146" y="671"/>
                  <a:pt x="146" y="671"/>
                  <a:pt x="146" y="671"/>
                </a:cubicBezTo>
                <a:cubicBezTo>
                  <a:pt x="249" y="433"/>
                  <a:pt x="249" y="433"/>
                  <a:pt x="249" y="433"/>
                </a:cubicBezTo>
                <a:cubicBezTo>
                  <a:pt x="250" y="433"/>
                  <a:pt x="251" y="433"/>
                  <a:pt x="253" y="433"/>
                </a:cubicBezTo>
                <a:close/>
                <a:moveTo>
                  <a:pt x="299" y="548"/>
                </a:moveTo>
                <a:cubicBezTo>
                  <a:pt x="356" y="701"/>
                  <a:pt x="356" y="701"/>
                  <a:pt x="356" y="701"/>
                </a:cubicBezTo>
                <a:cubicBezTo>
                  <a:pt x="356" y="769"/>
                  <a:pt x="356" y="769"/>
                  <a:pt x="356" y="769"/>
                </a:cubicBezTo>
                <a:cubicBezTo>
                  <a:pt x="112" y="769"/>
                  <a:pt x="112" y="769"/>
                  <a:pt x="112" y="769"/>
                </a:cubicBezTo>
                <a:cubicBezTo>
                  <a:pt x="112" y="765"/>
                  <a:pt x="110" y="762"/>
                  <a:pt x="107" y="760"/>
                </a:cubicBezTo>
                <a:cubicBezTo>
                  <a:pt x="144" y="676"/>
                  <a:pt x="144" y="676"/>
                  <a:pt x="144" y="676"/>
                </a:cubicBezTo>
                <a:lnTo>
                  <a:pt x="299" y="548"/>
                </a:lnTo>
                <a:close/>
                <a:moveTo>
                  <a:pt x="105" y="759"/>
                </a:moveTo>
                <a:cubicBezTo>
                  <a:pt x="104" y="758"/>
                  <a:pt x="103" y="758"/>
                  <a:pt x="102" y="758"/>
                </a:cubicBezTo>
                <a:cubicBezTo>
                  <a:pt x="100" y="758"/>
                  <a:pt x="99" y="758"/>
                  <a:pt x="98" y="759"/>
                </a:cubicBezTo>
                <a:cubicBezTo>
                  <a:pt x="85" y="724"/>
                  <a:pt x="85" y="724"/>
                  <a:pt x="85" y="724"/>
                </a:cubicBezTo>
                <a:cubicBezTo>
                  <a:pt x="140" y="679"/>
                  <a:pt x="140" y="679"/>
                  <a:pt x="140" y="679"/>
                </a:cubicBezTo>
                <a:lnTo>
                  <a:pt x="105" y="759"/>
                </a:lnTo>
                <a:close/>
                <a:moveTo>
                  <a:pt x="98" y="781"/>
                </a:moveTo>
                <a:cubicBezTo>
                  <a:pt x="99" y="782"/>
                  <a:pt x="100" y="782"/>
                  <a:pt x="102" y="782"/>
                </a:cubicBezTo>
                <a:cubicBezTo>
                  <a:pt x="103" y="782"/>
                  <a:pt x="104" y="782"/>
                  <a:pt x="105" y="781"/>
                </a:cubicBezTo>
                <a:cubicBezTo>
                  <a:pt x="140" y="861"/>
                  <a:pt x="140" y="861"/>
                  <a:pt x="140" y="861"/>
                </a:cubicBezTo>
                <a:cubicBezTo>
                  <a:pt x="85" y="816"/>
                  <a:pt x="85" y="816"/>
                  <a:pt x="85" y="816"/>
                </a:cubicBezTo>
                <a:lnTo>
                  <a:pt x="98" y="781"/>
                </a:lnTo>
                <a:close/>
                <a:moveTo>
                  <a:pt x="107" y="780"/>
                </a:moveTo>
                <a:cubicBezTo>
                  <a:pt x="110" y="778"/>
                  <a:pt x="112" y="775"/>
                  <a:pt x="112" y="771"/>
                </a:cubicBezTo>
                <a:cubicBezTo>
                  <a:pt x="356" y="771"/>
                  <a:pt x="356" y="771"/>
                  <a:pt x="356" y="771"/>
                </a:cubicBezTo>
                <a:cubicBezTo>
                  <a:pt x="356" y="839"/>
                  <a:pt x="356" y="839"/>
                  <a:pt x="356" y="839"/>
                </a:cubicBezTo>
                <a:cubicBezTo>
                  <a:pt x="299" y="992"/>
                  <a:pt x="299" y="992"/>
                  <a:pt x="299" y="992"/>
                </a:cubicBezTo>
                <a:cubicBezTo>
                  <a:pt x="144" y="864"/>
                  <a:pt x="144" y="864"/>
                  <a:pt x="144" y="864"/>
                </a:cubicBezTo>
                <a:lnTo>
                  <a:pt x="107" y="780"/>
                </a:lnTo>
                <a:close/>
                <a:moveTo>
                  <a:pt x="263" y="1119"/>
                </a:moveTo>
                <a:cubicBezTo>
                  <a:pt x="384" y="1114"/>
                  <a:pt x="384" y="1114"/>
                  <a:pt x="384" y="1114"/>
                </a:cubicBezTo>
                <a:cubicBezTo>
                  <a:pt x="456" y="1296"/>
                  <a:pt x="456" y="1296"/>
                  <a:pt x="456" y="1296"/>
                </a:cubicBezTo>
                <a:cubicBezTo>
                  <a:pt x="262" y="1125"/>
                  <a:pt x="262" y="1125"/>
                  <a:pt x="262" y="1125"/>
                </a:cubicBezTo>
                <a:cubicBezTo>
                  <a:pt x="263" y="1123"/>
                  <a:pt x="263" y="1121"/>
                  <a:pt x="263" y="1119"/>
                </a:cubicBezTo>
                <a:close/>
                <a:moveTo>
                  <a:pt x="387" y="1114"/>
                </a:moveTo>
                <a:cubicBezTo>
                  <a:pt x="551" y="1106"/>
                  <a:pt x="551" y="1106"/>
                  <a:pt x="551" y="1106"/>
                </a:cubicBezTo>
                <a:cubicBezTo>
                  <a:pt x="615" y="1127"/>
                  <a:pt x="615" y="1127"/>
                  <a:pt x="615" y="1127"/>
                </a:cubicBezTo>
                <a:cubicBezTo>
                  <a:pt x="540" y="1358"/>
                  <a:pt x="540" y="1358"/>
                  <a:pt x="540" y="1358"/>
                </a:cubicBezTo>
                <a:cubicBezTo>
                  <a:pt x="539" y="1358"/>
                  <a:pt x="538" y="1358"/>
                  <a:pt x="537" y="1358"/>
                </a:cubicBezTo>
                <a:cubicBezTo>
                  <a:pt x="534" y="1358"/>
                  <a:pt x="531" y="1359"/>
                  <a:pt x="529" y="1361"/>
                </a:cubicBezTo>
                <a:cubicBezTo>
                  <a:pt x="461" y="1300"/>
                  <a:pt x="461" y="1300"/>
                  <a:pt x="461" y="1300"/>
                </a:cubicBezTo>
                <a:lnTo>
                  <a:pt x="387" y="1114"/>
                </a:lnTo>
                <a:close/>
                <a:moveTo>
                  <a:pt x="528" y="1363"/>
                </a:moveTo>
                <a:cubicBezTo>
                  <a:pt x="527" y="1365"/>
                  <a:pt x="526" y="1367"/>
                  <a:pt x="526" y="1369"/>
                </a:cubicBezTo>
                <a:cubicBezTo>
                  <a:pt x="488" y="1371"/>
                  <a:pt x="488" y="1371"/>
                  <a:pt x="488" y="1371"/>
                </a:cubicBezTo>
                <a:cubicBezTo>
                  <a:pt x="463" y="1306"/>
                  <a:pt x="463" y="1306"/>
                  <a:pt x="463" y="1306"/>
                </a:cubicBezTo>
                <a:lnTo>
                  <a:pt x="528" y="1363"/>
                </a:lnTo>
                <a:close/>
                <a:moveTo>
                  <a:pt x="546" y="1376"/>
                </a:moveTo>
                <a:cubicBezTo>
                  <a:pt x="548" y="1374"/>
                  <a:pt x="548" y="1372"/>
                  <a:pt x="548" y="1370"/>
                </a:cubicBezTo>
                <a:cubicBezTo>
                  <a:pt x="636" y="1361"/>
                  <a:pt x="636" y="1361"/>
                  <a:pt x="636" y="1361"/>
                </a:cubicBezTo>
                <a:cubicBezTo>
                  <a:pt x="576" y="1400"/>
                  <a:pt x="576" y="1400"/>
                  <a:pt x="576" y="1400"/>
                </a:cubicBezTo>
                <a:lnTo>
                  <a:pt x="546" y="1376"/>
                </a:lnTo>
                <a:close/>
                <a:moveTo>
                  <a:pt x="548" y="1367"/>
                </a:moveTo>
                <a:cubicBezTo>
                  <a:pt x="547" y="1364"/>
                  <a:pt x="545" y="1361"/>
                  <a:pt x="542" y="1359"/>
                </a:cubicBezTo>
                <a:cubicBezTo>
                  <a:pt x="617" y="1128"/>
                  <a:pt x="617" y="1128"/>
                  <a:pt x="617" y="1128"/>
                </a:cubicBezTo>
                <a:cubicBezTo>
                  <a:pt x="681" y="1149"/>
                  <a:pt x="681" y="1149"/>
                  <a:pt x="681" y="1149"/>
                </a:cubicBezTo>
                <a:cubicBezTo>
                  <a:pt x="809" y="1251"/>
                  <a:pt x="809" y="1251"/>
                  <a:pt x="809" y="1251"/>
                </a:cubicBezTo>
                <a:cubicBezTo>
                  <a:pt x="640" y="1359"/>
                  <a:pt x="640" y="1359"/>
                  <a:pt x="640" y="1359"/>
                </a:cubicBezTo>
                <a:lnTo>
                  <a:pt x="548" y="1367"/>
                </a:lnTo>
                <a:close/>
                <a:moveTo>
                  <a:pt x="919" y="1323"/>
                </a:moveTo>
                <a:cubicBezTo>
                  <a:pt x="951" y="1207"/>
                  <a:pt x="951" y="1207"/>
                  <a:pt x="951" y="1207"/>
                </a:cubicBezTo>
                <a:cubicBezTo>
                  <a:pt x="1147" y="1195"/>
                  <a:pt x="1147" y="1195"/>
                  <a:pt x="1147" y="1195"/>
                </a:cubicBezTo>
                <a:cubicBezTo>
                  <a:pt x="924" y="1327"/>
                  <a:pt x="924" y="1327"/>
                  <a:pt x="924" y="1327"/>
                </a:cubicBezTo>
                <a:cubicBezTo>
                  <a:pt x="923" y="1325"/>
                  <a:pt x="921" y="1324"/>
                  <a:pt x="919" y="1323"/>
                </a:cubicBezTo>
                <a:close/>
                <a:moveTo>
                  <a:pt x="952" y="1204"/>
                </a:moveTo>
                <a:cubicBezTo>
                  <a:pt x="996" y="1046"/>
                  <a:pt x="996" y="1046"/>
                  <a:pt x="996" y="1046"/>
                </a:cubicBezTo>
                <a:cubicBezTo>
                  <a:pt x="1036" y="992"/>
                  <a:pt x="1036" y="992"/>
                  <a:pt x="1036" y="992"/>
                </a:cubicBezTo>
                <a:cubicBezTo>
                  <a:pt x="1233" y="1135"/>
                  <a:pt x="1233" y="1135"/>
                  <a:pt x="1233" y="1135"/>
                </a:cubicBezTo>
                <a:cubicBezTo>
                  <a:pt x="1232" y="1136"/>
                  <a:pt x="1231" y="1138"/>
                  <a:pt x="1231" y="1141"/>
                </a:cubicBezTo>
                <a:cubicBezTo>
                  <a:pt x="1231" y="1142"/>
                  <a:pt x="1231" y="1144"/>
                  <a:pt x="1232" y="1145"/>
                </a:cubicBezTo>
                <a:cubicBezTo>
                  <a:pt x="1153" y="1192"/>
                  <a:pt x="1153" y="1192"/>
                  <a:pt x="1153" y="1192"/>
                </a:cubicBezTo>
                <a:lnTo>
                  <a:pt x="952" y="1204"/>
                </a:lnTo>
                <a:close/>
                <a:moveTo>
                  <a:pt x="1233" y="1147"/>
                </a:moveTo>
                <a:cubicBezTo>
                  <a:pt x="1234" y="1149"/>
                  <a:pt x="1236" y="1151"/>
                  <a:pt x="1238" y="1152"/>
                </a:cubicBezTo>
                <a:cubicBezTo>
                  <a:pt x="1228" y="1187"/>
                  <a:pt x="1228" y="1187"/>
                  <a:pt x="1228" y="1187"/>
                </a:cubicBezTo>
                <a:cubicBezTo>
                  <a:pt x="1158" y="1191"/>
                  <a:pt x="1158" y="1191"/>
                  <a:pt x="1158" y="1191"/>
                </a:cubicBezTo>
                <a:lnTo>
                  <a:pt x="1233" y="1147"/>
                </a:lnTo>
                <a:close/>
                <a:moveTo>
                  <a:pt x="1302" y="1169"/>
                </a:moveTo>
                <a:cubicBezTo>
                  <a:pt x="1301" y="1169"/>
                  <a:pt x="1301" y="1169"/>
                  <a:pt x="1300" y="1170"/>
                </a:cubicBezTo>
                <a:cubicBezTo>
                  <a:pt x="1285" y="1114"/>
                  <a:pt x="1285" y="1114"/>
                  <a:pt x="1285" y="1114"/>
                </a:cubicBezTo>
                <a:cubicBezTo>
                  <a:pt x="1342" y="1076"/>
                  <a:pt x="1342" y="1076"/>
                  <a:pt x="1342" y="1076"/>
                </a:cubicBezTo>
                <a:cubicBezTo>
                  <a:pt x="1306" y="1170"/>
                  <a:pt x="1306" y="1170"/>
                  <a:pt x="1306" y="1170"/>
                </a:cubicBezTo>
                <a:cubicBezTo>
                  <a:pt x="1305" y="1170"/>
                  <a:pt x="1304" y="1169"/>
                  <a:pt x="1302" y="1169"/>
                </a:cubicBezTo>
                <a:close/>
                <a:moveTo>
                  <a:pt x="1285" y="1111"/>
                </a:moveTo>
                <a:cubicBezTo>
                  <a:pt x="1266" y="1039"/>
                  <a:pt x="1266" y="1039"/>
                  <a:pt x="1266" y="1039"/>
                </a:cubicBezTo>
                <a:cubicBezTo>
                  <a:pt x="1323" y="782"/>
                  <a:pt x="1323" y="782"/>
                  <a:pt x="1323" y="782"/>
                </a:cubicBezTo>
                <a:cubicBezTo>
                  <a:pt x="1324" y="782"/>
                  <a:pt x="1324" y="782"/>
                  <a:pt x="1324" y="782"/>
                </a:cubicBezTo>
                <a:cubicBezTo>
                  <a:pt x="1326" y="782"/>
                  <a:pt x="1328" y="781"/>
                  <a:pt x="1329" y="781"/>
                </a:cubicBezTo>
                <a:cubicBezTo>
                  <a:pt x="1404" y="918"/>
                  <a:pt x="1404" y="918"/>
                  <a:pt x="1404" y="918"/>
                </a:cubicBezTo>
                <a:cubicBezTo>
                  <a:pt x="1344" y="1073"/>
                  <a:pt x="1344" y="1073"/>
                  <a:pt x="1344" y="1073"/>
                </a:cubicBezTo>
                <a:lnTo>
                  <a:pt x="1285" y="1111"/>
                </a:lnTo>
                <a:close/>
                <a:moveTo>
                  <a:pt x="1445" y="547"/>
                </a:moveTo>
                <a:cubicBezTo>
                  <a:pt x="1406" y="619"/>
                  <a:pt x="1406" y="619"/>
                  <a:pt x="1406" y="619"/>
                </a:cubicBezTo>
                <a:cubicBezTo>
                  <a:pt x="1348" y="470"/>
                  <a:pt x="1348" y="470"/>
                  <a:pt x="1348" y="470"/>
                </a:cubicBezTo>
                <a:cubicBezTo>
                  <a:pt x="1441" y="530"/>
                  <a:pt x="1441" y="530"/>
                  <a:pt x="1441" y="530"/>
                </a:cubicBezTo>
                <a:cubicBezTo>
                  <a:pt x="1440" y="532"/>
                  <a:pt x="1439" y="534"/>
                  <a:pt x="1439" y="536"/>
                </a:cubicBezTo>
                <a:cubicBezTo>
                  <a:pt x="1439" y="541"/>
                  <a:pt x="1441" y="544"/>
                  <a:pt x="1445" y="547"/>
                </a:cubicBezTo>
                <a:close/>
                <a:moveTo>
                  <a:pt x="1442" y="528"/>
                </a:moveTo>
                <a:cubicBezTo>
                  <a:pt x="1347" y="466"/>
                  <a:pt x="1347" y="466"/>
                  <a:pt x="1347" y="466"/>
                </a:cubicBezTo>
                <a:cubicBezTo>
                  <a:pt x="1309" y="369"/>
                  <a:pt x="1309" y="369"/>
                  <a:pt x="1309" y="369"/>
                </a:cubicBezTo>
                <a:cubicBezTo>
                  <a:pt x="1309" y="368"/>
                  <a:pt x="1310" y="368"/>
                  <a:pt x="1310" y="368"/>
                </a:cubicBezTo>
                <a:cubicBezTo>
                  <a:pt x="1443" y="527"/>
                  <a:pt x="1443" y="527"/>
                  <a:pt x="1443" y="527"/>
                </a:cubicBezTo>
                <a:cubicBezTo>
                  <a:pt x="1442" y="527"/>
                  <a:pt x="1442" y="528"/>
                  <a:pt x="1442" y="528"/>
                </a:cubicBezTo>
                <a:close/>
                <a:moveTo>
                  <a:pt x="1288" y="353"/>
                </a:moveTo>
                <a:cubicBezTo>
                  <a:pt x="1230" y="350"/>
                  <a:pt x="1230" y="350"/>
                  <a:pt x="1230" y="350"/>
                </a:cubicBezTo>
                <a:cubicBezTo>
                  <a:pt x="1212" y="284"/>
                  <a:pt x="1212" y="284"/>
                  <a:pt x="1212" y="284"/>
                </a:cubicBezTo>
                <a:cubicBezTo>
                  <a:pt x="1290" y="348"/>
                  <a:pt x="1290" y="348"/>
                  <a:pt x="1290" y="348"/>
                </a:cubicBezTo>
                <a:cubicBezTo>
                  <a:pt x="1289" y="350"/>
                  <a:pt x="1289" y="351"/>
                  <a:pt x="1288" y="353"/>
                </a:cubicBezTo>
                <a:close/>
                <a:moveTo>
                  <a:pt x="948" y="85"/>
                </a:moveTo>
                <a:cubicBezTo>
                  <a:pt x="949" y="86"/>
                  <a:pt x="950" y="87"/>
                  <a:pt x="952" y="88"/>
                </a:cubicBezTo>
                <a:cubicBezTo>
                  <a:pt x="917" y="195"/>
                  <a:pt x="917" y="195"/>
                  <a:pt x="917" y="195"/>
                </a:cubicBezTo>
                <a:cubicBezTo>
                  <a:pt x="917" y="195"/>
                  <a:pt x="916" y="195"/>
                  <a:pt x="915" y="195"/>
                </a:cubicBezTo>
                <a:cubicBezTo>
                  <a:pt x="912" y="195"/>
                  <a:pt x="910" y="196"/>
                  <a:pt x="908" y="198"/>
                </a:cubicBezTo>
                <a:cubicBezTo>
                  <a:pt x="802" y="85"/>
                  <a:pt x="802" y="85"/>
                  <a:pt x="802" y="85"/>
                </a:cubicBezTo>
                <a:cubicBezTo>
                  <a:pt x="928" y="78"/>
                  <a:pt x="928" y="78"/>
                  <a:pt x="928" y="78"/>
                </a:cubicBezTo>
                <a:lnTo>
                  <a:pt x="948" y="85"/>
                </a:lnTo>
                <a:close/>
                <a:moveTo>
                  <a:pt x="508" y="113"/>
                </a:moveTo>
                <a:cubicBezTo>
                  <a:pt x="486" y="167"/>
                  <a:pt x="486" y="167"/>
                  <a:pt x="486" y="167"/>
                </a:cubicBezTo>
                <a:cubicBezTo>
                  <a:pt x="419" y="163"/>
                  <a:pt x="419" y="163"/>
                  <a:pt x="419" y="163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504" y="110"/>
                  <a:pt x="506" y="112"/>
                  <a:pt x="508" y="113"/>
                </a:cubicBezTo>
                <a:close/>
                <a:moveTo>
                  <a:pt x="485" y="169"/>
                </a:moveTo>
                <a:cubicBezTo>
                  <a:pt x="458" y="239"/>
                  <a:pt x="458" y="239"/>
                  <a:pt x="458" y="239"/>
                </a:cubicBezTo>
                <a:cubicBezTo>
                  <a:pt x="260" y="413"/>
                  <a:pt x="260" y="413"/>
                  <a:pt x="260" y="413"/>
                </a:cubicBezTo>
                <a:cubicBezTo>
                  <a:pt x="259" y="412"/>
                  <a:pt x="257" y="411"/>
                  <a:pt x="255" y="410"/>
                </a:cubicBezTo>
                <a:cubicBezTo>
                  <a:pt x="276" y="255"/>
                  <a:pt x="276" y="255"/>
                  <a:pt x="276" y="255"/>
                </a:cubicBezTo>
                <a:cubicBezTo>
                  <a:pt x="415" y="165"/>
                  <a:pt x="415" y="165"/>
                  <a:pt x="415" y="165"/>
                </a:cubicBezTo>
                <a:lnTo>
                  <a:pt x="485" y="169"/>
                </a:lnTo>
                <a:close/>
                <a:moveTo>
                  <a:pt x="284" y="170"/>
                </a:moveTo>
                <a:cubicBezTo>
                  <a:pt x="273" y="253"/>
                  <a:pt x="273" y="253"/>
                  <a:pt x="273" y="253"/>
                </a:cubicBezTo>
                <a:cubicBezTo>
                  <a:pt x="172" y="319"/>
                  <a:pt x="172" y="319"/>
                  <a:pt x="172" y="319"/>
                </a:cubicBezTo>
                <a:cubicBezTo>
                  <a:pt x="281" y="169"/>
                  <a:pt x="281" y="169"/>
                  <a:pt x="281" y="169"/>
                </a:cubicBezTo>
                <a:cubicBezTo>
                  <a:pt x="282" y="170"/>
                  <a:pt x="283" y="170"/>
                  <a:pt x="284" y="170"/>
                </a:cubicBezTo>
                <a:close/>
                <a:moveTo>
                  <a:pt x="273" y="257"/>
                </a:moveTo>
                <a:cubicBezTo>
                  <a:pt x="253" y="410"/>
                  <a:pt x="253" y="410"/>
                  <a:pt x="253" y="410"/>
                </a:cubicBezTo>
                <a:cubicBezTo>
                  <a:pt x="253" y="410"/>
                  <a:pt x="253" y="410"/>
                  <a:pt x="253" y="410"/>
                </a:cubicBezTo>
                <a:cubicBezTo>
                  <a:pt x="249" y="410"/>
                  <a:pt x="246" y="412"/>
                  <a:pt x="244" y="414"/>
                </a:cubicBezTo>
                <a:cubicBezTo>
                  <a:pt x="153" y="348"/>
                  <a:pt x="153" y="348"/>
                  <a:pt x="153" y="348"/>
                </a:cubicBezTo>
                <a:cubicBezTo>
                  <a:pt x="153" y="346"/>
                  <a:pt x="154" y="345"/>
                  <a:pt x="154" y="343"/>
                </a:cubicBezTo>
                <a:cubicBezTo>
                  <a:pt x="167" y="325"/>
                  <a:pt x="167" y="325"/>
                  <a:pt x="167" y="325"/>
                </a:cubicBezTo>
                <a:lnTo>
                  <a:pt x="273" y="257"/>
                </a:lnTo>
                <a:close/>
                <a:moveTo>
                  <a:pt x="154" y="338"/>
                </a:moveTo>
                <a:cubicBezTo>
                  <a:pt x="154" y="337"/>
                  <a:pt x="154" y="336"/>
                  <a:pt x="153" y="334"/>
                </a:cubicBezTo>
                <a:cubicBezTo>
                  <a:pt x="161" y="329"/>
                  <a:pt x="161" y="329"/>
                  <a:pt x="161" y="329"/>
                </a:cubicBezTo>
                <a:lnTo>
                  <a:pt x="154" y="338"/>
                </a:lnTo>
                <a:close/>
                <a:moveTo>
                  <a:pt x="146" y="354"/>
                </a:moveTo>
                <a:cubicBezTo>
                  <a:pt x="148" y="353"/>
                  <a:pt x="150" y="351"/>
                  <a:pt x="152" y="350"/>
                </a:cubicBezTo>
                <a:cubicBezTo>
                  <a:pt x="243" y="416"/>
                  <a:pt x="243" y="416"/>
                  <a:pt x="243" y="416"/>
                </a:cubicBezTo>
                <a:cubicBezTo>
                  <a:pt x="242" y="418"/>
                  <a:pt x="242" y="420"/>
                  <a:pt x="242" y="422"/>
                </a:cubicBezTo>
                <a:cubicBezTo>
                  <a:pt x="242" y="423"/>
                  <a:pt x="242" y="424"/>
                  <a:pt x="242" y="425"/>
                </a:cubicBezTo>
                <a:cubicBezTo>
                  <a:pt x="102" y="492"/>
                  <a:pt x="102" y="492"/>
                  <a:pt x="102" y="492"/>
                </a:cubicBezTo>
                <a:cubicBezTo>
                  <a:pt x="134" y="370"/>
                  <a:pt x="134" y="370"/>
                  <a:pt x="134" y="370"/>
                </a:cubicBezTo>
                <a:lnTo>
                  <a:pt x="146" y="354"/>
                </a:lnTo>
                <a:close/>
                <a:moveTo>
                  <a:pt x="243" y="427"/>
                </a:moveTo>
                <a:cubicBezTo>
                  <a:pt x="244" y="429"/>
                  <a:pt x="245" y="431"/>
                  <a:pt x="247" y="432"/>
                </a:cubicBezTo>
                <a:cubicBezTo>
                  <a:pt x="142" y="674"/>
                  <a:pt x="142" y="674"/>
                  <a:pt x="142" y="674"/>
                </a:cubicBezTo>
                <a:cubicBezTo>
                  <a:pt x="84" y="721"/>
                  <a:pt x="84" y="721"/>
                  <a:pt x="84" y="721"/>
                </a:cubicBezTo>
                <a:cubicBezTo>
                  <a:pt x="59" y="655"/>
                  <a:pt x="59" y="655"/>
                  <a:pt x="59" y="655"/>
                </a:cubicBezTo>
                <a:cubicBezTo>
                  <a:pt x="101" y="495"/>
                  <a:pt x="101" y="495"/>
                  <a:pt x="101" y="495"/>
                </a:cubicBezTo>
                <a:lnTo>
                  <a:pt x="243" y="427"/>
                </a:lnTo>
                <a:close/>
                <a:moveTo>
                  <a:pt x="57" y="651"/>
                </a:moveTo>
                <a:cubicBezTo>
                  <a:pt x="18" y="548"/>
                  <a:pt x="18" y="548"/>
                  <a:pt x="18" y="548"/>
                </a:cubicBezTo>
                <a:cubicBezTo>
                  <a:pt x="22" y="545"/>
                  <a:pt x="25" y="541"/>
                  <a:pt x="25" y="536"/>
                </a:cubicBezTo>
                <a:cubicBezTo>
                  <a:pt x="25" y="535"/>
                  <a:pt x="24" y="533"/>
                  <a:pt x="24" y="532"/>
                </a:cubicBezTo>
                <a:cubicBezTo>
                  <a:pt x="98" y="497"/>
                  <a:pt x="98" y="497"/>
                  <a:pt x="98" y="497"/>
                </a:cubicBezTo>
                <a:lnTo>
                  <a:pt x="57" y="651"/>
                </a:lnTo>
                <a:close/>
                <a:moveTo>
                  <a:pt x="16" y="549"/>
                </a:moveTo>
                <a:cubicBezTo>
                  <a:pt x="56" y="655"/>
                  <a:pt x="56" y="655"/>
                  <a:pt x="56" y="655"/>
                </a:cubicBezTo>
                <a:cubicBezTo>
                  <a:pt x="30" y="755"/>
                  <a:pt x="30" y="755"/>
                  <a:pt x="30" y="755"/>
                </a:cubicBezTo>
                <a:cubicBezTo>
                  <a:pt x="29" y="755"/>
                  <a:pt x="28" y="755"/>
                  <a:pt x="28" y="755"/>
                </a:cubicBezTo>
                <a:cubicBezTo>
                  <a:pt x="14" y="549"/>
                  <a:pt x="14" y="549"/>
                  <a:pt x="14" y="549"/>
                </a:cubicBezTo>
                <a:cubicBezTo>
                  <a:pt x="15" y="549"/>
                  <a:pt x="15" y="549"/>
                  <a:pt x="16" y="549"/>
                </a:cubicBezTo>
                <a:close/>
                <a:moveTo>
                  <a:pt x="14" y="773"/>
                </a:moveTo>
                <a:cubicBezTo>
                  <a:pt x="15" y="779"/>
                  <a:pt x="19" y="784"/>
                  <a:pt x="25" y="785"/>
                </a:cubicBezTo>
                <a:cubicBezTo>
                  <a:pt x="14" y="962"/>
                  <a:pt x="14" y="962"/>
                  <a:pt x="14" y="962"/>
                </a:cubicBezTo>
                <a:lnTo>
                  <a:pt x="14" y="773"/>
                </a:lnTo>
                <a:close/>
                <a:moveTo>
                  <a:pt x="14" y="767"/>
                </a:moveTo>
                <a:cubicBezTo>
                  <a:pt x="14" y="578"/>
                  <a:pt x="14" y="578"/>
                  <a:pt x="14" y="578"/>
                </a:cubicBezTo>
                <a:cubicBezTo>
                  <a:pt x="25" y="755"/>
                  <a:pt x="25" y="755"/>
                  <a:pt x="25" y="755"/>
                </a:cubicBezTo>
                <a:cubicBezTo>
                  <a:pt x="19" y="756"/>
                  <a:pt x="15" y="761"/>
                  <a:pt x="14" y="767"/>
                </a:cubicBezTo>
                <a:close/>
                <a:moveTo>
                  <a:pt x="28" y="785"/>
                </a:moveTo>
                <a:cubicBezTo>
                  <a:pt x="28" y="785"/>
                  <a:pt x="29" y="785"/>
                  <a:pt x="30" y="785"/>
                </a:cubicBezTo>
                <a:cubicBezTo>
                  <a:pt x="56" y="885"/>
                  <a:pt x="56" y="885"/>
                  <a:pt x="56" y="885"/>
                </a:cubicBezTo>
                <a:cubicBezTo>
                  <a:pt x="16" y="991"/>
                  <a:pt x="16" y="991"/>
                  <a:pt x="16" y="991"/>
                </a:cubicBezTo>
                <a:cubicBezTo>
                  <a:pt x="15" y="991"/>
                  <a:pt x="15" y="991"/>
                  <a:pt x="14" y="991"/>
                </a:cubicBezTo>
                <a:lnTo>
                  <a:pt x="28" y="785"/>
                </a:lnTo>
                <a:close/>
                <a:moveTo>
                  <a:pt x="18" y="992"/>
                </a:moveTo>
                <a:cubicBezTo>
                  <a:pt x="57" y="889"/>
                  <a:pt x="57" y="889"/>
                  <a:pt x="57" y="889"/>
                </a:cubicBezTo>
                <a:cubicBezTo>
                  <a:pt x="98" y="1043"/>
                  <a:pt x="98" y="1043"/>
                  <a:pt x="98" y="1043"/>
                </a:cubicBezTo>
                <a:cubicBezTo>
                  <a:pt x="24" y="1008"/>
                  <a:pt x="24" y="1008"/>
                  <a:pt x="24" y="1008"/>
                </a:cubicBezTo>
                <a:cubicBezTo>
                  <a:pt x="24" y="1007"/>
                  <a:pt x="25" y="1005"/>
                  <a:pt x="25" y="1004"/>
                </a:cubicBezTo>
                <a:cubicBezTo>
                  <a:pt x="25" y="999"/>
                  <a:pt x="22" y="995"/>
                  <a:pt x="18" y="992"/>
                </a:cubicBezTo>
                <a:close/>
                <a:moveTo>
                  <a:pt x="59" y="885"/>
                </a:moveTo>
                <a:cubicBezTo>
                  <a:pt x="84" y="819"/>
                  <a:pt x="84" y="819"/>
                  <a:pt x="84" y="819"/>
                </a:cubicBezTo>
                <a:cubicBezTo>
                  <a:pt x="142" y="866"/>
                  <a:pt x="142" y="866"/>
                  <a:pt x="142" y="866"/>
                </a:cubicBezTo>
                <a:cubicBezTo>
                  <a:pt x="247" y="1108"/>
                  <a:pt x="247" y="1108"/>
                  <a:pt x="247" y="1108"/>
                </a:cubicBezTo>
                <a:cubicBezTo>
                  <a:pt x="245" y="1109"/>
                  <a:pt x="244" y="1111"/>
                  <a:pt x="243" y="1113"/>
                </a:cubicBezTo>
                <a:cubicBezTo>
                  <a:pt x="101" y="1045"/>
                  <a:pt x="101" y="1045"/>
                  <a:pt x="101" y="1045"/>
                </a:cubicBezTo>
                <a:lnTo>
                  <a:pt x="59" y="885"/>
                </a:lnTo>
                <a:close/>
                <a:moveTo>
                  <a:pt x="242" y="1115"/>
                </a:moveTo>
                <a:cubicBezTo>
                  <a:pt x="242" y="1116"/>
                  <a:pt x="242" y="1117"/>
                  <a:pt x="242" y="1118"/>
                </a:cubicBezTo>
                <a:cubicBezTo>
                  <a:pt x="242" y="1120"/>
                  <a:pt x="242" y="1122"/>
                  <a:pt x="243" y="1124"/>
                </a:cubicBezTo>
                <a:cubicBezTo>
                  <a:pt x="152" y="1190"/>
                  <a:pt x="152" y="1190"/>
                  <a:pt x="152" y="1190"/>
                </a:cubicBezTo>
                <a:cubicBezTo>
                  <a:pt x="150" y="1189"/>
                  <a:pt x="148" y="1187"/>
                  <a:pt x="146" y="1186"/>
                </a:cubicBezTo>
                <a:cubicBezTo>
                  <a:pt x="134" y="1170"/>
                  <a:pt x="134" y="1170"/>
                  <a:pt x="134" y="1170"/>
                </a:cubicBezTo>
                <a:cubicBezTo>
                  <a:pt x="102" y="1048"/>
                  <a:pt x="102" y="1048"/>
                  <a:pt x="102" y="1048"/>
                </a:cubicBezTo>
                <a:lnTo>
                  <a:pt x="242" y="1115"/>
                </a:lnTo>
                <a:close/>
                <a:moveTo>
                  <a:pt x="154" y="1202"/>
                </a:moveTo>
                <a:cubicBezTo>
                  <a:pt x="161" y="1211"/>
                  <a:pt x="161" y="1211"/>
                  <a:pt x="161" y="1211"/>
                </a:cubicBezTo>
                <a:cubicBezTo>
                  <a:pt x="153" y="1206"/>
                  <a:pt x="153" y="1206"/>
                  <a:pt x="153" y="1206"/>
                </a:cubicBezTo>
                <a:cubicBezTo>
                  <a:pt x="154" y="1204"/>
                  <a:pt x="154" y="1203"/>
                  <a:pt x="154" y="1202"/>
                </a:cubicBezTo>
                <a:close/>
                <a:moveTo>
                  <a:pt x="154" y="1197"/>
                </a:moveTo>
                <a:cubicBezTo>
                  <a:pt x="154" y="1195"/>
                  <a:pt x="153" y="1194"/>
                  <a:pt x="153" y="1192"/>
                </a:cubicBezTo>
                <a:cubicBezTo>
                  <a:pt x="244" y="1126"/>
                  <a:pt x="244" y="1126"/>
                  <a:pt x="244" y="1126"/>
                </a:cubicBezTo>
                <a:cubicBezTo>
                  <a:pt x="246" y="1128"/>
                  <a:pt x="249" y="1130"/>
                  <a:pt x="253" y="1130"/>
                </a:cubicBezTo>
                <a:cubicBezTo>
                  <a:pt x="253" y="1130"/>
                  <a:pt x="253" y="1130"/>
                  <a:pt x="253" y="1130"/>
                </a:cubicBezTo>
                <a:cubicBezTo>
                  <a:pt x="273" y="1283"/>
                  <a:pt x="273" y="1283"/>
                  <a:pt x="273" y="1283"/>
                </a:cubicBezTo>
                <a:cubicBezTo>
                  <a:pt x="167" y="1215"/>
                  <a:pt x="167" y="1215"/>
                  <a:pt x="167" y="1215"/>
                </a:cubicBezTo>
                <a:lnTo>
                  <a:pt x="154" y="1197"/>
                </a:lnTo>
                <a:close/>
                <a:moveTo>
                  <a:pt x="276" y="1285"/>
                </a:moveTo>
                <a:cubicBezTo>
                  <a:pt x="255" y="1130"/>
                  <a:pt x="255" y="1130"/>
                  <a:pt x="255" y="1130"/>
                </a:cubicBezTo>
                <a:cubicBezTo>
                  <a:pt x="257" y="1129"/>
                  <a:pt x="259" y="1128"/>
                  <a:pt x="260" y="1127"/>
                </a:cubicBezTo>
                <a:cubicBezTo>
                  <a:pt x="458" y="1301"/>
                  <a:pt x="458" y="1301"/>
                  <a:pt x="458" y="1301"/>
                </a:cubicBezTo>
                <a:cubicBezTo>
                  <a:pt x="485" y="1371"/>
                  <a:pt x="485" y="1371"/>
                  <a:pt x="485" y="1371"/>
                </a:cubicBezTo>
                <a:cubicBezTo>
                  <a:pt x="415" y="1374"/>
                  <a:pt x="415" y="1374"/>
                  <a:pt x="415" y="1374"/>
                </a:cubicBezTo>
                <a:lnTo>
                  <a:pt x="276" y="1285"/>
                </a:lnTo>
                <a:close/>
                <a:moveTo>
                  <a:pt x="486" y="1373"/>
                </a:moveTo>
                <a:cubicBezTo>
                  <a:pt x="508" y="1427"/>
                  <a:pt x="508" y="1427"/>
                  <a:pt x="508" y="1427"/>
                </a:cubicBezTo>
                <a:cubicBezTo>
                  <a:pt x="506" y="1428"/>
                  <a:pt x="504" y="1430"/>
                  <a:pt x="503" y="1431"/>
                </a:cubicBezTo>
                <a:cubicBezTo>
                  <a:pt x="419" y="1377"/>
                  <a:pt x="419" y="1377"/>
                  <a:pt x="419" y="1377"/>
                </a:cubicBezTo>
                <a:lnTo>
                  <a:pt x="486" y="1373"/>
                </a:lnTo>
                <a:close/>
                <a:moveTo>
                  <a:pt x="908" y="1342"/>
                </a:moveTo>
                <a:cubicBezTo>
                  <a:pt x="910" y="1344"/>
                  <a:pt x="912" y="1345"/>
                  <a:pt x="915" y="1345"/>
                </a:cubicBezTo>
                <a:cubicBezTo>
                  <a:pt x="916" y="1345"/>
                  <a:pt x="917" y="1345"/>
                  <a:pt x="917" y="1345"/>
                </a:cubicBezTo>
                <a:cubicBezTo>
                  <a:pt x="952" y="1452"/>
                  <a:pt x="952" y="1452"/>
                  <a:pt x="952" y="1452"/>
                </a:cubicBezTo>
                <a:cubicBezTo>
                  <a:pt x="950" y="1453"/>
                  <a:pt x="949" y="1454"/>
                  <a:pt x="948" y="1455"/>
                </a:cubicBezTo>
                <a:cubicBezTo>
                  <a:pt x="928" y="1462"/>
                  <a:pt x="928" y="1462"/>
                  <a:pt x="928" y="1462"/>
                </a:cubicBezTo>
                <a:cubicBezTo>
                  <a:pt x="802" y="1455"/>
                  <a:pt x="802" y="1455"/>
                  <a:pt x="802" y="1455"/>
                </a:cubicBezTo>
                <a:lnTo>
                  <a:pt x="908" y="1342"/>
                </a:lnTo>
                <a:close/>
                <a:moveTo>
                  <a:pt x="965" y="1452"/>
                </a:moveTo>
                <a:cubicBezTo>
                  <a:pt x="975" y="1449"/>
                  <a:pt x="975" y="1449"/>
                  <a:pt x="975" y="1449"/>
                </a:cubicBezTo>
                <a:cubicBezTo>
                  <a:pt x="968" y="1455"/>
                  <a:pt x="968" y="1455"/>
                  <a:pt x="968" y="1455"/>
                </a:cubicBezTo>
                <a:cubicBezTo>
                  <a:pt x="967" y="1454"/>
                  <a:pt x="966" y="1453"/>
                  <a:pt x="965" y="1452"/>
                </a:cubicBezTo>
                <a:close/>
                <a:moveTo>
                  <a:pt x="961" y="1451"/>
                </a:moveTo>
                <a:cubicBezTo>
                  <a:pt x="960" y="1451"/>
                  <a:pt x="959" y="1450"/>
                  <a:pt x="958" y="1450"/>
                </a:cubicBezTo>
                <a:cubicBezTo>
                  <a:pt x="957" y="1450"/>
                  <a:pt x="956" y="1450"/>
                  <a:pt x="955" y="1451"/>
                </a:cubicBezTo>
                <a:cubicBezTo>
                  <a:pt x="920" y="1344"/>
                  <a:pt x="920" y="1344"/>
                  <a:pt x="920" y="1344"/>
                </a:cubicBezTo>
                <a:cubicBezTo>
                  <a:pt x="923" y="1342"/>
                  <a:pt x="925" y="1340"/>
                  <a:pt x="925" y="1337"/>
                </a:cubicBezTo>
                <a:cubicBezTo>
                  <a:pt x="1078" y="1365"/>
                  <a:pt x="1078" y="1365"/>
                  <a:pt x="1078" y="1365"/>
                </a:cubicBezTo>
                <a:cubicBezTo>
                  <a:pt x="981" y="1445"/>
                  <a:pt x="981" y="1445"/>
                  <a:pt x="981" y="1445"/>
                </a:cubicBezTo>
                <a:lnTo>
                  <a:pt x="961" y="1451"/>
                </a:lnTo>
                <a:close/>
                <a:moveTo>
                  <a:pt x="1230" y="1190"/>
                </a:moveTo>
                <a:cubicBezTo>
                  <a:pt x="1288" y="1187"/>
                  <a:pt x="1288" y="1187"/>
                  <a:pt x="1288" y="1187"/>
                </a:cubicBezTo>
                <a:cubicBezTo>
                  <a:pt x="1289" y="1189"/>
                  <a:pt x="1289" y="1190"/>
                  <a:pt x="1290" y="1192"/>
                </a:cubicBezTo>
                <a:cubicBezTo>
                  <a:pt x="1212" y="1256"/>
                  <a:pt x="1212" y="1256"/>
                  <a:pt x="1212" y="1256"/>
                </a:cubicBezTo>
                <a:lnTo>
                  <a:pt x="1230" y="1190"/>
                </a:lnTo>
                <a:close/>
                <a:moveTo>
                  <a:pt x="1310" y="1172"/>
                </a:moveTo>
                <a:cubicBezTo>
                  <a:pt x="1310" y="1172"/>
                  <a:pt x="1309" y="1172"/>
                  <a:pt x="1309" y="1171"/>
                </a:cubicBezTo>
                <a:cubicBezTo>
                  <a:pt x="1347" y="1074"/>
                  <a:pt x="1347" y="1074"/>
                  <a:pt x="1347" y="1074"/>
                </a:cubicBezTo>
                <a:cubicBezTo>
                  <a:pt x="1442" y="1012"/>
                  <a:pt x="1442" y="1012"/>
                  <a:pt x="1442" y="1012"/>
                </a:cubicBezTo>
                <a:cubicBezTo>
                  <a:pt x="1442" y="1012"/>
                  <a:pt x="1442" y="1013"/>
                  <a:pt x="1443" y="1013"/>
                </a:cubicBezTo>
                <a:lnTo>
                  <a:pt x="1310" y="1172"/>
                </a:lnTo>
                <a:close/>
                <a:moveTo>
                  <a:pt x="1348" y="1070"/>
                </a:moveTo>
                <a:cubicBezTo>
                  <a:pt x="1406" y="921"/>
                  <a:pt x="1406" y="921"/>
                  <a:pt x="1406" y="921"/>
                </a:cubicBezTo>
                <a:cubicBezTo>
                  <a:pt x="1445" y="993"/>
                  <a:pt x="1445" y="993"/>
                  <a:pt x="1445" y="993"/>
                </a:cubicBezTo>
                <a:cubicBezTo>
                  <a:pt x="1441" y="996"/>
                  <a:pt x="1439" y="999"/>
                  <a:pt x="1439" y="1004"/>
                </a:cubicBezTo>
                <a:cubicBezTo>
                  <a:pt x="1439" y="1006"/>
                  <a:pt x="1440" y="1008"/>
                  <a:pt x="1441" y="1010"/>
                </a:cubicBezTo>
                <a:lnTo>
                  <a:pt x="1348" y="1070"/>
                </a:lnTo>
                <a:close/>
                <a:moveTo>
                  <a:pt x="1447" y="992"/>
                </a:moveTo>
                <a:cubicBezTo>
                  <a:pt x="1407" y="919"/>
                  <a:pt x="1407" y="919"/>
                  <a:pt x="1407" y="919"/>
                </a:cubicBezTo>
                <a:cubicBezTo>
                  <a:pt x="1450" y="806"/>
                  <a:pt x="1450" y="806"/>
                  <a:pt x="1450" y="806"/>
                </a:cubicBezTo>
                <a:cubicBezTo>
                  <a:pt x="1450" y="991"/>
                  <a:pt x="1450" y="991"/>
                  <a:pt x="1450" y="991"/>
                </a:cubicBezTo>
                <a:cubicBezTo>
                  <a:pt x="1449" y="991"/>
                  <a:pt x="1448" y="991"/>
                  <a:pt x="1447" y="992"/>
                </a:cubicBezTo>
                <a:close/>
                <a:moveTo>
                  <a:pt x="1405" y="915"/>
                </a:moveTo>
                <a:cubicBezTo>
                  <a:pt x="1331" y="779"/>
                  <a:pt x="1331" y="779"/>
                  <a:pt x="1331" y="779"/>
                </a:cubicBezTo>
                <a:cubicBezTo>
                  <a:pt x="1333" y="778"/>
                  <a:pt x="1335" y="775"/>
                  <a:pt x="1335" y="771"/>
                </a:cubicBezTo>
                <a:cubicBezTo>
                  <a:pt x="1449" y="771"/>
                  <a:pt x="1449" y="771"/>
                  <a:pt x="1449" y="771"/>
                </a:cubicBezTo>
                <a:cubicBezTo>
                  <a:pt x="1449" y="773"/>
                  <a:pt x="1450" y="775"/>
                  <a:pt x="1450" y="777"/>
                </a:cubicBezTo>
                <a:cubicBezTo>
                  <a:pt x="1450" y="798"/>
                  <a:pt x="1450" y="798"/>
                  <a:pt x="1450" y="798"/>
                </a:cubicBezTo>
                <a:lnTo>
                  <a:pt x="1405" y="915"/>
                </a:lnTo>
                <a:close/>
                <a:moveTo>
                  <a:pt x="1456" y="783"/>
                </a:moveTo>
                <a:cubicBezTo>
                  <a:pt x="1453" y="791"/>
                  <a:pt x="1453" y="791"/>
                  <a:pt x="1453" y="791"/>
                </a:cubicBezTo>
                <a:cubicBezTo>
                  <a:pt x="1453" y="781"/>
                  <a:pt x="1453" y="781"/>
                  <a:pt x="1453" y="781"/>
                </a:cubicBezTo>
                <a:cubicBezTo>
                  <a:pt x="1454" y="781"/>
                  <a:pt x="1455" y="782"/>
                  <a:pt x="1456" y="783"/>
                </a:cubicBezTo>
                <a:close/>
                <a:moveTo>
                  <a:pt x="1453" y="799"/>
                </a:moveTo>
                <a:cubicBezTo>
                  <a:pt x="1459" y="784"/>
                  <a:pt x="1459" y="784"/>
                  <a:pt x="1459" y="784"/>
                </a:cubicBezTo>
                <a:cubicBezTo>
                  <a:pt x="1459" y="784"/>
                  <a:pt x="1460" y="784"/>
                  <a:pt x="1461" y="784"/>
                </a:cubicBezTo>
                <a:cubicBezTo>
                  <a:pt x="1453" y="946"/>
                  <a:pt x="1453" y="946"/>
                  <a:pt x="1453" y="946"/>
                </a:cubicBezTo>
                <a:lnTo>
                  <a:pt x="1453" y="799"/>
                </a:lnTo>
                <a:close/>
                <a:moveTo>
                  <a:pt x="1459" y="756"/>
                </a:moveTo>
                <a:cubicBezTo>
                  <a:pt x="1453" y="741"/>
                  <a:pt x="1453" y="741"/>
                  <a:pt x="1453" y="741"/>
                </a:cubicBezTo>
                <a:cubicBezTo>
                  <a:pt x="1453" y="594"/>
                  <a:pt x="1453" y="594"/>
                  <a:pt x="1453" y="594"/>
                </a:cubicBezTo>
                <a:cubicBezTo>
                  <a:pt x="1461" y="756"/>
                  <a:pt x="1461" y="756"/>
                  <a:pt x="1461" y="756"/>
                </a:cubicBezTo>
                <a:cubicBezTo>
                  <a:pt x="1460" y="756"/>
                  <a:pt x="1459" y="756"/>
                  <a:pt x="1459" y="756"/>
                </a:cubicBezTo>
                <a:close/>
                <a:moveTo>
                  <a:pt x="1312" y="366"/>
                </a:moveTo>
                <a:cubicBezTo>
                  <a:pt x="1315" y="363"/>
                  <a:pt x="1316" y="360"/>
                  <a:pt x="1316" y="356"/>
                </a:cubicBezTo>
                <a:cubicBezTo>
                  <a:pt x="1316" y="354"/>
                  <a:pt x="1316" y="352"/>
                  <a:pt x="1315" y="350"/>
                </a:cubicBezTo>
                <a:cubicBezTo>
                  <a:pt x="1428" y="506"/>
                  <a:pt x="1428" y="506"/>
                  <a:pt x="1428" y="506"/>
                </a:cubicBezTo>
                <a:lnTo>
                  <a:pt x="1312" y="366"/>
                </a:lnTo>
                <a:close/>
                <a:moveTo>
                  <a:pt x="1310" y="343"/>
                </a:moveTo>
                <a:cubicBezTo>
                  <a:pt x="1308" y="342"/>
                  <a:pt x="1305" y="341"/>
                  <a:pt x="1302" y="341"/>
                </a:cubicBezTo>
                <a:cubicBezTo>
                  <a:pt x="1300" y="341"/>
                  <a:pt x="1297" y="342"/>
                  <a:pt x="1295" y="343"/>
                </a:cubicBezTo>
                <a:cubicBezTo>
                  <a:pt x="1199" y="190"/>
                  <a:pt x="1199" y="190"/>
                  <a:pt x="1199" y="190"/>
                </a:cubicBezTo>
                <a:lnTo>
                  <a:pt x="1310" y="343"/>
                </a:lnTo>
                <a:close/>
                <a:moveTo>
                  <a:pt x="1293" y="344"/>
                </a:moveTo>
                <a:cubicBezTo>
                  <a:pt x="1293" y="345"/>
                  <a:pt x="1292" y="345"/>
                  <a:pt x="1292" y="346"/>
                </a:cubicBezTo>
                <a:cubicBezTo>
                  <a:pt x="1211" y="280"/>
                  <a:pt x="1211" y="280"/>
                  <a:pt x="1211" y="280"/>
                </a:cubicBezTo>
                <a:cubicBezTo>
                  <a:pt x="1181" y="170"/>
                  <a:pt x="1181" y="170"/>
                  <a:pt x="1181" y="170"/>
                </a:cubicBezTo>
                <a:cubicBezTo>
                  <a:pt x="1182" y="170"/>
                  <a:pt x="1182" y="169"/>
                  <a:pt x="1183" y="169"/>
                </a:cubicBezTo>
                <a:lnTo>
                  <a:pt x="1293" y="344"/>
                </a:lnTo>
                <a:close/>
                <a:moveTo>
                  <a:pt x="1165" y="159"/>
                </a:moveTo>
                <a:cubicBezTo>
                  <a:pt x="1082" y="174"/>
                  <a:pt x="1082" y="174"/>
                  <a:pt x="1082" y="174"/>
                </a:cubicBezTo>
                <a:cubicBezTo>
                  <a:pt x="988" y="98"/>
                  <a:pt x="988" y="98"/>
                  <a:pt x="988" y="98"/>
                </a:cubicBezTo>
                <a:cubicBezTo>
                  <a:pt x="1165" y="155"/>
                  <a:pt x="1165" y="155"/>
                  <a:pt x="1165" y="155"/>
                </a:cubicBezTo>
                <a:cubicBezTo>
                  <a:pt x="1165" y="156"/>
                  <a:pt x="1165" y="157"/>
                  <a:pt x="1165" y="158"/>
                </a:cubicBezTo>
                <a:cubicBezTo>
                  <a:pt x="1165" y="158"/>
                  <a:pt x="1165" y="158"/>
                  <a:pt x="1165" y="159"/>
                </a:cubicBezTo>
                <a:close/>
                <a:moveTo>
                  <a:pt x="1125" y="139"/>
                </a:moveTo>
                <a:cubicBezTo>
                  <a:pt x="982" y="93"/>
                  <a:pt x="982" y="93"/>
                  <a:pt x="982" y="93"/>
                </a:cubicBezTo>
                <a:cubicBezTo>
                  <a:pt x="969" y="83"/>
                  <a:pt x="969" y="83"/>
                  <a:pt x="969" y="83"/>
                </a:cubicBezTo>
                <a:cubicBezTo>
                  <a:pt x="970" y="82"/>
                  <a:pt x="970" y="82"/>
                  <a:pt x="970" y="81"/>
                </a:cubicBezTo>
                <a:lnTo>
                  <a:pt x="1125" y="139"/>
                </a:lnTo>
                <a:close/>
                <a:moveTo>
                  <a:pt x="944" y="73"/>
                </a:moveTo>
                <a:cubicBezTo>
                  <a:pt x="944" y="73"/>
                  <a:pt x="944" y="74"/>
                  <a:pt x="944" y="74"/>
                </a:cubicBezTo>
                <a:cubicBezTo>
                  <a:pt x="927" y="75"/>
                  <a:pt x="927" y="75"/>
                  <a:pt x="927" y="75"/>
                </a:cubicBezTo>
                <a:cubicBezTo>
                  <a:pt x="786" y="29"/>
                  <a:pt x="786" y="29"/>
                  <a:pt x="786" y="29"/>
                </a:cubicBezTo>
                <a:lnTo>
                  <a:pt x="944" y="73"/>
                </a:lnTo>
                <a:close/>
                <a:moveTo>
                  <a:pt x="920" y="76"/>
                </a:moveTo>
                <a:cubicBezTo>
                  <a:pt x="799" y="82"/>
                  <a:pt x="799" y="82"/>
                  <a:pt x="799" y="82"/>
                </a:cubicBezTo>
                <a:cubicBezTo>
                  <a:pt x="741" y="22"/>
                  <a:pt x="741" y="22"/>
                  <a:pt x="741" y="22"/>
                </a:cubicBezTo>
                <a:cubicBezTo>
                  <a:pt x="742" y="21"/>
                  <a:pt x="743" y="19"/>
                  <a:pt x="743" y="18"/>
                </a:cubicBezTo>
                <a:lnTo>
                  <a:pt x="920" y="76"/>
                </a:lnTo>
                <a:close/>
                <a:moveTo>
                  <a:pt x="722" y="20"/>
                </a:moveTo>
                <a:cubicBezTo>
                  <a:pt x="633" y="92"/>
                  <a:pt x="633" y="92"/>
                  <a:pt x="633" y="92"/>
                </a:cubicBezTo>
                <a:cubicBezTo>
                  <a:pt x="528" y="97"/>
                  <a:pt x="528" y="97"/>
                  <a:pt x="528" y="97"/>
                </a:cubicBezTo>
                <a:cubicBezTo>
                  <a:pt x="528" y="97"/>
                  <a:pt x="528" y="96"/>
                  <a:pt x="528" y="96"/>
                </a:cubicBezTo>
                <a:cubicBezTo>
                  <a:pt x="721" y="19"/>
                  <a:pt x="721" y="19"/>
                  <a:pt x="721" y="19"/>
                </a:cubicBezTo>
                <a:cubicBezTo>
                  <a:pt x="721" y="19"/>
                  <a:pt x="721" y="20"/>
                  <a:pt x="722" y="20"/>
                </a:cubicBezTo>
                <a:close/>
                <a:moveTo>
                  <a:pt x="527" y="93"/>
                </a:moveTo>
                <a:cubicBezTo>
                  <a:pt x="525" y="89"/>
                  <a:pt x="521" y="85"/>
                  <a:pt x="516" y="85"/>
                </a:cubicBezTo>
                <a:cubicBezTo>
                  <a:pt x="694" y="27"/>
                  <a:pt x="694" y="27"/>
                  <a:pt x="694" y="27"/>
                </a:cubicBezTo>
                <a:lnTo>
                  <a:pt x="527" y="93"/>
                </a:lnTo>
                <a:close/>
                <a:moveTo>
                  <a:pt x="505" y="88"/>
                </a:moveTo>
                <a:cubicBezTo>
                  <a:pt x="502" y="91"/>
                  <a:pt x="500" y="95"/>
                  <a:pt x="500" y="100"/>
                </a:cubicBezTo>
                <a:cubicBezTo>
                  <a:pt x="500" y="100"/>
                  <a:pt x="500" y="101"/>
                  <a:pt x="500" y="102"/>
                </a:cubicBezTo>
                <a:cubicBezTo>
                  <a:pt x="327" y="146"/>
                  <a:pt x="327" y="146"/>
                  <a:pt x="327" y="146"/>
                </a:cubicBezTo>
                <a:lnTo>
                  <a:pt x="505" y="88"/>
                </a:lnTo>
                <a:close/>
                <a:moveTo>
                  <a:pt x="501" y="105"/>
                </a:moveTo>
                <a:cubicBezTo>
                  <a:pt x="501" y="105"/>
                  <a:pt x="501" y="106"/>
                  <a:pt x="502" y="106"/>
                </a:cubicBezTo>
                <a:cubicBezTo>
                  <a:pt x="414" y="163"/>
                  <a:pt x="414" y="163"/>
                  <a:pt x="414" y="163"/>
                </a:cubicBezTo>
                <a:cubicBezTo>
                  <a:pt x="299" y="157"/>
                  <a:pt x="299" y="157"/>
                  <a:pt x="299" y="157"/>
                </a:cubicBezTo>
                <a:cubicBezTo>
                  <a:pt x="299" y="157"/>
                  <a:pt x="299" y="156"/>
                  <a:pt x="299" y="156"/>
                </a:cubicBezTo>
                <a:lnTo>
                  <a:pt x="501" y="105"/>
                </a:lnTo>
                <a:close/>
                <a:moveTo>
                  <a:pt x="166" y="323"/>
                </a:moveTo>
                <a:cubicBezTo>
                  <a:pt x="152" y="332"/>
                  <a:pt x="152" y="332"/>
                  <a:pt x="152" y="332"/>
                </a:cubicBezTo>
                <a:cubicBezTo>
                  <a:pt x="151" y="331"/>
                  <a:pt x="151" y="331"/>
                  <a:pt x="151" y="330"/>
                </a:cubicBezTo>
                <a:cubicBezTo>
                  <a:pt x="256" y="199"/>
                  <a:pt x="256" y="199"/>
                  <a:pt x="256" y="199"/>
                </a:cubicBezTo>
                <a:lnTo>
                  <a:pt x="166" y="323"/>
                </a:lnTo>
                <a:close/>
                <a:moveTo>
                  <a:pt x="134" y="353"/>
                </a:moveTo>
                <a:cubicBezTo>
                  <a:pt x="135" y="354"/>
                  <a:pt x="135" y="354"/>
                  <a:pt x="136" y="354"/>
                </a:cubicBezTo>
                <a:cubicBezTo>
                  <a:pt x="132" y="369"/>
                  <a:pt x="132" y="369"/>
                  <a:pt x="132" y="369"/>
                </a:cubicBezTo>
                <a:cubicBezTo>
                  <a:pt x="44" y="491"/>
                  <a:pt x="44" y="491"/>
                  <a:pt x="44" y="491"/>
                </a:cubicBezTo>
                <a:lnTo>
                  <a:pt x="134" y="353"/>
                </a:lnTo>
                <a:close/>
                <a:moveTo>
                  <a:pt x="130" y="377"/>
                </a:moveTo>
                <a:cubicBezTo>
                  <a:pt x="99" y="494"/>
                  <a:pt x="99" y="494"/>
                  <a:pt x="99" y="494"/>
                </a:cubicBezTo>
                <a:cubicBezTo>
                  <a:pt x="23" y="530"/>
                  <a:pt x="23" y="530"/>
                  <a:pt x="23" y="530"/>
                </a:cubicBezTo>
                <a:cubicBezTo>
                  <a:pt x="22" y="529"/>
                  <a:pt x="22" y="528"/>
                  <a:pt x="21" y="527"/>
                </a:cubicBezTo>
                <a:lnTo>
                  <a:pt x="130" y="377"/>
                </a:lnTo>
                <a:close/>
                <a:moveTo>
                  <a:pt x="23" y="1010"/>
                </a:moveTo>
                <a:cubicBezTo>
                  <a:pt x="99" y="1046"/>
                  <a:pt x="99" y="1046"/>
                  <a:pt x="99" y="1046"/>
                </a:cubicBezTo>
                <a:cubicBezTo>
                  <a:pt x="130" y="1163"/>
                  <a:pt x="130" y="1163"/>
                  <a:pt x="130" y="1163"/>
                </a:cubicBezTo>
                <a:cubicBezTo>
                  <a:pt x="21" y="1013"/>
                  <a:pt x="21" y="1013"/>
                  <a:pt x="21" y="1013"/>
                </a:cubicBezTo>
                <a:cubicBezTo>
                  <a:pt x="22" y="1012"/>
                  <a:pt x="22" y="1011"/>
                  <a:pt x="23" y="1010"/>
                </a:cubicBezTo>
                <a:close/>
                <a:moveTo>
                  <a:pt x="44" y="1049"/>
                </a:moveTo>
                <a:cubicBezTo>
                  <a:pt x="132" y="1171"/>
                  <a:pt x="132" y="1171"/>
                  <a:pt x="132" y="1171"/>
                </a:cubicBezTo>
                <a:cubicBezTo>
                  <a:pt x="136" y="1186"/>
                  <a:pt x="136" y="1186"/>
                  <a:pt x="136" y="1186"/>
                </a:cubicBezTo>
                <a:cubicBezTo>
                  <a:pt x="135" y="1186"/>
                  <a:pt x="135" y="1186"/>
                  <a:pt x="134" y="1187"/>
                </a:cubicBezTo>
                <a:lnTo>
                  <a:pt x="44" y="1049"/>
                </a:lnTo>
                <a:close/>
                <a:moveTo>
                  <a:pt x="151" y="1210"/>
                </a:moveTo>
                <a:cubicBezTo>
                  <a:pt x="151" y="1209"/>
                  <a:pt x="151" y="1209"/>
                  <a:pt x="152" y="1208"/>
                </a:cubicBezTo>
                <a:cubicBezTo>
                  <a:pt x="166" y="1217"/>
                  <a:pt x="166" y="1217"/>
                  <a:pt x="166" y="1217"/>
                </a:cubicBezTo>
                <a:cubicBezTo>
                  <a:pt x="256" y="1341"/>
                  <a:pt x="256" y="1341"/>
                  <a:pt x="256" y="1341"/>
                </a:cubicBezTo>
                <a:lnTo>
                  <a:pt x="151" y="1210"/>
                </a:lnTo>
                <a:close/>
                <a:moveTo>
                  <a:pt x="299" y="1383"/>
                </a:moveTo>
                <a:cubicBezTo>
                  <a:pt x="414" y="1377"/>
                  <a:pt x="414" y="1377"/>
                  <a:pt x="414" y="1377"/>
                </a:cubicBezTo>
                <a:cubicBezTo>
                  <a:pt x="502" y="1434"/>
                  <a:pt x="502" y="1434"/>
                  <a:pt x="502" y="1434"/>
                </a:cubicBezTo>
                <a:cubicBezTo>
                  <a:pt x="501" y="1434"/>
                  <a:pt x="501" y="1435"/>
                  <a:pt x="501" y="1435"/>
                </a:cubicBezTo>
                <a:cubicBezTo>
                  <a:pt x="299" y="1384"/>
                  <a:pt x="299" y="1384"/>
                  <a:pt x="299" y="1384"/>
                </a:cubicBezTo>
                <a:cubicBezTo>
                  <a:pt x="299" y="1384"/>
                  <a:pt x="299" y="1383"/>
                  <a:pt x="299" y="1383"/>
                </a:cubicBezTo>
                <a:close/>
                <a:moveTo>
                  <a:pt x="500" y="1438"/>
                </a:moveTo>
                <a:cubicBezTo>
                  <a:pt x="500" y="1439"/>
                  <a:pt x="500" y="1440"/>
                  <a:pt x="500" y="1440"/>
                </a:cubicBezTo>
                <a:cubicBezTo>
                  <a:pt x="500" y="1445"/>
                  <a:pt x="502" y="1449"/>
                  <a:pt x="505" y="1452"/>
                </a:cubicBezTo>
                <a:cubicBezTo>
                  <a:pt x="327" y="1394"/>
                  <a:pt x="327" y="1394"/>
                  <a:pt x="327" y="1394"/>
                </a:cubicBezTo>
                <a:lnTo>
                  <a:pt x="500" y="1438"/>
                </a:lnTo>
                <a:close/>
                <a:moveTo>
                  <a:pt x="516" y="1455"/>
                </a:moveTo>
                <a:cubicBezTo>
                  <a:pt x="521" y="1455"/>
                  <a:pt x="525" y="1451"/>
                  <a:pt x="527" y="1447"/>
                </a:cubicBezTo>
                <a:cubicBezTo>
                  <a:pt x="694" y="1513"/>
                  <a:pt x="694" y="1513"/>
                  <a:pt x="694" y="1513"/>
                </a:cubicBezTo>
                <a:lnTo>
                  <a:pt x="516" y="1455"/>
                </a:lnTo>
                <a:close/>
                <a:moveTo>
                  <a:pt x="528" y="1444"/>
                </a:moveTo>
                <a:cubicBezTo>
                  <a:pt x="528" y="1444"/>
                  <a:pt x="528" y="1443"/>
                  <a:pt x="528" y="1443"/>
                </a:cubicBezTo>
                <a:cubicBezTo>
                  <a:pt x="633" y="1448"/>
                  <a:pt x="633" y="1448"/>
                  <a:pt x="633" y="1448"/>
                </a:cubicBezTo>
                <a:cubicBezTo>
                  <a:pt x="722" y="1520"/>
                  <a:pt x="722" y="1520"/>
                  <a:pt x="722" y="1520"/>
                </a:cubicBezTo>
                <a:cubicBezTo>
                  <a:pt x="721" y="1520"/>
                  <a:pt x="721" y="1521"/>
                  <a:pt x="721" y="1521"/>
                </a:cubicBezTo>
                <a:lnTo>
                  <a:pt x="528" y="1444"/>
                </a:lnTo>
                <a:close/>
                <a:moveTo>
                  <a:pt x="741" y="1518"/>
                </a:moveTo>
                <a:cubicBezTo>
                  <a:pt x="799" y="1458"/>
                  <a:pt x="799" y="1458"/>
                  <a:pt x="799" y="1458"/>
                </a:cubicBezTo>
                <a:cubicBezTo>
                  <a:pt x="920" y="1464"/>
                  <a:pt x="920" y="1464"/>
                  <a:pt x="920" y="1464"/>
                </a:cubicBezTo>
                <a:cubicBezTo>
                  <a:pt x="743" y="1522"/>
                  <a:pt x="743" y="1522"/>
                  <a:pt x="743" y="1522"/>
                </a:cubicBezTo>
                <a:cubicBezTo>
                  <a:pt x="743" y="1520"/>
                  <a:pt x="742" y="1519"/>
                  <a:pt x="741" y="1518"/>
                </a:cubicBezTo>
                <a:close/>
                <a:moveTo>
                  <a:pt x="786" y="1511"/>
                </a:moveTo>
                <a:cubicBezTo>
                  <a:pt x="927" y="1465"/>
                  <a:pt x="927" y="1465"/>
                  <a:pt x="927" y="1465"/>
                </a:cubicBezTo>
                <a:cubicBezTo>
                  <a:pt x="944" y="1466"/>
                  <a:pt x="944" y="1466"/>
                  <a:pt x="944" y="1466"/>
                </a:cubicBezTo>
                <a:cubicBezTo>
                  <a:pt x="944" y="1466"/>
                  <a:pt x="944" y="1467"/>
                  <a:pt x="944" y="1467"/>
                </a:cubicBezTo>
                <a:lnTo>
                  <a:pt x="786" y="1511"/>
                </a:lnTo>
                <a:close/>
                <a:moveTo>
                  <a:pt x="970" y="1459"/>
                </a:moveTo>
                <a:cubicBezTo>
                  <a:pt x="970" y="1458"/>
                  <a:pt x="970" y="1458"/>
                  <a:pt x="969" y="1457"/>
                </a:cubicBezTo>
                <a:cubicBezTo>
                  <a:pt x="982" y="1447"/>
                  <a:pt x="982" y="1447"/>
                  <a:pt x="982" y="1447"/>
                </a:cubicBezTo>
                <a:cubicBezTo>
                  <a:pt x="1125" y="1401"/>
                  <a:pt x="1125" y="1401"/>
                  <a:pt x="1125" y="1401"/>
                </a:cubicBezTo>
                <a:lnTo>
                  <a:pt x="970" y="1459"/>
                </a:lnTo>
                <a:close/>
                <a:moveTo>
                  <a:pt x="988" y="1442"/>
                </a:moveTo>
                <a:cubicBezTo>
                  <a:pt x="1082" y="1366"/>
                  <a:pt x="1082" y="1366"/>
                  <a:pt x="1082" y="1366"/>
                </a:cubicBezTo>
                <a:cubicBezTo>
                  <a:pt x="1165" y="1381"/>
                  <a:pt x="1165" y="1381"/>
                  <a:pt x="1165" y="1381"/>
                </a:cubicBezTo>
                <a:cubicBezTo>
                  <a:pt x="1165" y="1382"/>
                  <a:pt x="1165" y="1382"/>
                  <a:pt x="1165" y="1382"/>
                </a:cubicBezTo>
                <a:cubicBezTo>
                  <a:pt x="1165" y="1383"/>
                  <a:pt x="1165" y="1384"/>
                  <a:pt x="1165" y="1385"/>
                </a:cubicBezTo>
                <a:lnTo>
                  <a:pt x="988" y="1442"/>
                </a:lnTo>
                <a:close/>
                <a:moveTo>
                  <a:pt x="1181" y="1370"/>
                </a:moveTo>
                <a:cubicBezTo>
                  <a:pt x="1211" y="1260"/>
                  <a:pt x="1211" y="1260"/>
                  <a:pt x="1211" y="1260"/>
                </a:cubicBezTo>
                <a:cubicBezTo>
                  <a:pt x="1292" y="1194"/>
                  <a:pt x="1292" y="1194"/>
                  <a:pt x="1292" y="1194"/>
                </a:cubicBezTo>
                <a:cubicBezTo>
                  <a:pt x="1292" y="1195"/>
                  <a:pt x="1293" y="1195"/>
                  <a:pt x="1293" y="1196"/>
                </a:cubicBezTo>
                <a:cubicBezTo>
                  <a:pt x="1183" y="1371"/>
                  <a:pt x="1183" y="1371"/>
                  <a:pt x="1183" y="1371"/>
                </a:cubicBezTo>
                <a:cubicBezTo>
                  <a:pt x="1182" y="1371"/>
                  <a:pt x="1182" y="1370"/>
                  <a:pt x="1181" y="1370"/>
                </a:cubicBezTo>
                <a:close/>
                <a:moveTo>
                  <a:pt x="1295" y="1197"/>
                </a:moveTo>
                <a:cubicBezTo>
                  <a:pt x="1297" y="1198"/>
                  <a:pt x="1300" y="1199"/>
                  <a:pt x="1302" y="1199"/>
                </a:cubicBezTo>
                <a:cubicBezTo>
                  <a:pt x="1305" y="1199"/>
                  <a:pt x="1308" y="1198"/>
                  <a:pt x="1310" y="1197"/>
                </a:cubicBezTo>
                <a:cubicBezTo>
                  <a:pt x="1199" y="1350"/>
                  <a:pt x="1199" y="1350"/>
                  <a:pt x="1199" y="1350"/>
                </a:cubicBezTo>
                <a:lnTo>
                  <a:pt x="1295" y="1197"/>
                </a:lnTo>
                <a:close/>
                <a:moveTo>
                  <a:pt x="1315" y="1190"/>
                </a:moveTo>
                <a:cubicBezTo>
                  <a:pt x="1316" y="1188"/>
                  <a:pt x="1316" y="1186"/>
                  <a:pt x="1316" y="1184"/>
                </a:cubicBezTo>
                <a:cubicBezTo>
                  <a:pt x="1316" y="1180"/>
                  <a:pt x="1315" y="1177"/>
                  <a:pt x="1312" y="1174"/>
                </a:cubicBezTo>
                <a:cubicBezTo>
                  <a:pt x="1428" y="1034"/>
                  <a:pt x="1428" y="1034"/>
                  <a:pt x="1428" y="1034"/>
                </a:cubicBezTo>
                <a:lnTo>
                  <a:pt x="1315" y="119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 w="3175" cap="flat" cmpd="sng" algn="ctr">
            <a:solidFill>
              <a:srgbClr val="A2DAFC">
                <a:alpha val="0"/>
              </a:srgbClr>
            </a:solidFill>
            <a:prstDash val="sysDash"/>
            <a:miter lim="800000"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434340" fontAlgn="ctr">
              <a:buClr>
                <a:prstClr val="white"/>
              </a:buClr>
              <a:buSzPct val="60000"/>
              <a:defRPr/>
            </a:pPr>
            <a:endParaRPr lang="en-US" altLang="zh-CN" sz="1255" kern="0" dirty="0">
              <a:solidFill>
                <a:srgbClr val="FFFFFF"/>
              </a:solidFill>
              <a:latin typeface="Arial" panose="020B0604020202020204" pitchFamily="34" charset="0"/>
              <a:ea typeface="方正兰亭中黑_GBK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Freeform 6"/>
          <p:cNvSpPr>
            <a:spLocks noEditPoints="1"/>
          </p:cNvSpPr>
          <p:nvPr userDrawn="1"/>
        </p:nvSpPr>
        <p:spPr bwMode="auto">
          <a:xfrm>
            <a:off x="1072378" y="2518388"/>
            <a:ext cx="401238" cy="396444"/>
          </a:xfrm>
          <a:custGeom>
            <a:avLst/>
            <a:gdLst/>
            <a:ahLst/>
            <a:cxnLst>
              <a:cxn ang="0">
                <a:pos x="720" y="13"/>
              </a:cxn>
              <a:cxn ang="0">
                <a:pos x="132" y="1188"/>
              </a:cxn>
              <a:cxn ang="0">
                <a:pos x="1177" y="1395"/>
              </a:cxn>
              <a:cxn ang="0">
                <a:pos x="925" y="1329"/>
              </a:cxn>
              <a:cxn ang="0">
                <a:pos x="904" y="1336"/>
              </a:cxn>
              <a:cxn ang="0">
                <a:pos x="284" y="1370"/>
              </a:cxn>
              <a:cxn ang="0">
                <a:pos x="629" y="95"/>
              </a:cxn>
              <a:cxn ang="0">
                <a:pos x="944" y="77"/>
              </a:cxn>
              <a:cxn ang="0">
                <a:pos x="1208" y="277"/>
              </a:cxn>
              <a:cxn ang="0">
                <a:pos x="1453" y="749"/>
              </a:cxn>
              <a:cxn ang="0">
                <a:pos x="1231" y="1187"/>
              </a:cxn>
              <a:cxn ang="0">
                <a:pos x="298" y="994"/>
              </a:cxn>
              <a:cxn ang="0">
                <a:pos x="91" y="770"/>
              </a:cxn>
              <a:cxn ang="0">
                <a:pos x="1288" y="356"/>
              </a:cxn>
              <a:cxn ang="0">
                <a:pos x="1285" y="429"/>
              </a:cxn>
              <a:cxn ang="0">
                <a:pos x="907" y="1326"/>
              </a:cxn>
              <a:cxn ang="0">
                <a:pos x="346" y="488"/>
              </a:cxn>
              <a:cxn ang="0">
                <a:pos x="1263" y="500"/>
              </a:cxn>
              <a:cxn ang="0">
                <a:pos x="1184" y="758"/>
              </a:cxn>
              <a:cxn ang="0">
                <a:pos x="1004" y="565"/>
              </a:cxn>
              <a:cxn ang="0">
                <a:pos x="393" y="769"/>
              </a:cxn>
              <a:cxn ang="0">
                <a:pos x="359" y="514"/>
              </a:cxn>
              <a:cxn ang="0">
                <a:pos x="720" y="781"/>
              </a:cxn>
              <a:cxn ang="0">
                <a:pos x="1004" y="977"/>
              </a:cxn>
              <a:cxn ang="0">
                <a:pos x="1314" y="771"/>
              </a:cxn>
              <a:cxn ang="0">
                <a:pos x="1013" y="554"/>
              </a:cxn>
              <a:cxn ang="0">
                <a:pos x="879" y="314"/>
              </a:cxn>
              <a:cxn ang="0">
                <a:pos x="680" y="395"/>
              </a:cxn>
              <a:cxn ang="0">
                <a:pos x="373" y="495"/>
              </a:cxn>
              <a:cxn ang="0">
                <a:pos x="301" y="547"/>
              </a:cxn>
              <a:cxn ang="0">
                <a:pos x="553" y="1104"/>
              </a:cxn>
              <a:cxn ang="0">
                <a:pos x="861" y="1204"/>
              </a:cxn>
              <a:cxn ang="0">
                <a:pos x="1005" y="979"/>
              </a:cxn>
              <a:cxn ang="0">
                <a:pos x="1263" y="1040"/>
              </a:cxn>
              <a:cxn ang="0">
                <a:pos x="1265" y="506"/>
              </a:cxn>
              <a:cxn ang="0">
                <a:pos x="924" y="213"/>
              </a:cxn>
              <a:cxn ang="0">
                <a:pos x="488" y="169"/>
              </a:cxn>
              <a:cxn ang="0">
                <a:pos x="146" y="671"/>
              </a:cxn>
              <a:cxn ang="0">
                <a:pos x="105" y="781"/>
              </a:cxn>
              <a:cxn ang="0">
                <a:pos x="615" y="1127"/>
              </a:cxn>
              <a:cxn ang="0">
                <a:pos x="617" y="1128"/>
              </a:cxn>
              <a:cxn ang="0">
                <a:pos x="1233" y="1147"/>
              </a:cxn>
              <a:cxn ang="0">
                <a:pos x="1285" y="1111"/>
              </a:cxn>
              <a:cxn ang="0">
                <a:pos x="948" y="85"/>
              </a:cxn>
              <a:cxn ang="0">
                <a:pos x="415" y="165"/>
              </a:cxn>
              <a:cxn ang="0">
                <a:pos x="154" y="338"/>
              </a:cxn>
              <a:cxn ang="0">
                <a:pos x="25" y="536"/>
              </a:cxn>
              <a:cxn ang="0">
                <a:pos x="28" y="785"/>
              </a:cxn>
              <a:cxn ang="0">
                <a:pos x="59" y="885"/>
              </a:cxn>
              <a:cxn ang="0">
                <a:pos x="273" y="1283"/>
              </a:cxn>
              <a:cxn ang="0">
                <a:pos x="952" y="1452"/>
              </a:cxn>
              <a:cxn ang="0">
                <a:pos x="1288" y="1187"/>
              </a:cxn>
              <a:cxn ang="0">
                <a:pos x="1450" y="806"/>
              </a:cxn>
              <a:cxn ang="0">
                <a:pos x="1453" y="799"/>
              </a:cxn>
              <a:cxn ang="0">
                <a:pos x="1211" y="280"/>
              </a:cxn>
              <a:cxn ang="0">
                <a:pos x="786" y="29"/>
              </a:cxn>
              <a:cxn ang="0">
                <a:pos x="500" y="100"/>
              </a:cxn>
              <a:cxn ang="0">
                <a:pos x="44" y="491"/>
              </a:cxn>
              <a:cxn ang="0">
                <a:pos x="152" y="1208"/>
              </a:cxn>
              <a:cxn ang="0">
                <a:pos x="516" y="1455"/>
              </a:cxn>
              <a:cxn ang="0">
                <a:pos x="969" y="1457"/>
              </a:cxn>
              <a:cxn ang="0">
                <a:pos x="1310" y="1197"/>
              </a:cxn>
            </a:cxnLst>
            <a:rect l="0" t="0" r="r" b="b"/>
            <a:pathLst>
              <a:path w="1477" h="1540">
                <a:moveTo>
                  <a:pt x="1477" y="770"/>
                </a:moveTo>
                <a:cubicBezTo>
                  <a:pt x="1477" y="762"/>
                  <a:pt x="1471" y="756"/>
                  <a:pt x="1463" y="755"/>
                </a:cubicBezTo>
                <a:cubicBezTo>
                  <a:pt x="1454" y="549"/>
                  <a:pt x="1454" y="549"/>
                  <a:pt x="1454" y="549"/>
                </a:cubicBezTo>
                <a:cubicBezTo>
                  <a:pt x="1460" y="548"/>
                  <a:pt x="1464" y="543"/>
                  <a:pt x="1464" y="536"/>
                </a:cubicBezTo>
                <a:cubicBezTo>
                  <a:pt x="1464" y="529"/>
                  <a:pt x="1459" y="523"/>
                  <a:pt x="1452" y="523"/>
                </a:cubicBezTo>
                <a:cubicBezTo>
                  <a:pt x="1449" y="523"/>
                  <a:pt x="1447" y="524"/>
                  <a:pt x="1445" y="525"/>
                </a:cubicBezTo>
                <a:cubicBezTo>
                  <a:pt x="1185" y="167"/>
                  <a:pt x="1185" y="167"/>
                  <a:pt x="1185" y="167"/>
                </a:cubicBezTo>
                <a:cubicBezTo>
                  <a:pt x="1188" y="165"/>
                  <a:pt x="1189" y="161"/>
                  <a:pt x="1189" y="158"/>
                </a:cubicBezTo>
                <a:cubicBezTo>
                  <a:pt x="1189" y="150"/>
                  <a:pt x="1184" y="145"/>
                  <a:pt x="1177" y="145"/>
                </a:cubicBezTo>
                <a:cubicBezTo>
                  <a:pt x="1172" y="145"/>
                  <a:pt x="1168" y="148"/>
                  <a:pt x="1166" y="152"/>
                </a:cubicBezTo>
                <a:cubicBezTo>
                  <a:pt x="971" y="79"/>
                  <a:pt x="971" y="79"/>
                  <a:pt x="971" y="79"/>
                </a:cubicBezTo>
                <a:cubicBezTo>
                  <a:pt x="971" y="77"/>
                  <a:pt x="971" y="76"/>
                  <a:pt x="971" y="75"/>
                </a:cubicBezTo>
                <a:cubicBezTo>
                  <a:pt x="971" y="67"/>
                  <a:pt x="965" y="60"/>
                  <a:pt x="958" y="60"/>
                </a:cubicBezTo>
                <a:cubicBezTo>
                  <a:pt x="952" y="60"/>
                  <a:pt x="947" y="64"/>
                  <a:pt x="945" y="70"/>
                </a:cubicBezTo>
                <a:cubicBezTo>
                  <a:pt x="744" y="15"/>
                  <a:pt x="744" y="15"/>
                  <a:pt x="744" y="15"/>
                </a:cubicBezTo>
                <a:cubicBezTo>
                  <a:pt x="744" y="15"/>
                  <a:pt x="744" y="14"/>
                  <a:pt x="744" y="13"/>
                </a:cubicBezTo>
                <a:cubicBezTo>
                  <a:pt x="744" y="6"/>
                  <a:pt x="739" y="0"/>
                  <a:pt x="732" y="0"/>
                </a:cubicBezTo>
                <a:cubicBezTo>
                  <a:pt x="725" y="0"/>
                  <a:pt x="720" y="6"/>
                  <a:pt x="720" y="13"/>
                </a:cubicBezTo>
                <a:cubicBezTo>
                  <a:pt x="720" y="14"/>
                  <a:pt x="720" y="15"/>
                  <a:pt x="720" y="16"/>
                </a:cubicBezTo>
                <a:cubicBezTo>
                  <a:pt x="298" y="153"/>
                  <a:pt x="298" y="153"/>
                  <a:pt x="298" y="153"/>
                </a:cubicBezTo>
                <a:cubicBezTo>
                  <a:pt x="297" y="148"/>
                  <a:pt x="292" y="145"/>
                  <a:pt x="287" y="145"/>
                </a:cubicBezTo>
                <a:cubicBezTo>
                  <a:pt x="280" y="145"/>
                  <a:pt x="275" y="150"/>
                  <a:pt x="275" y="158"/>
                </a:cubicBezTo>
                <a:cubicBezTo>
                  <a:pt x="275" y="161"/>
                  <a:pt x="276" y="165"/>
                  <a:pt x="278" y="167"/>
                </a:cubicBezTo>
                <a:cubicBezTo>
                  <a:pt x="149" y="329"/>
                  <a:pt x="149" y="329"/>
                  <a:pt x="149" y="329"/>
                </a:cubicBezTo>
                <a:cubicBezTo>
                  <a:pt x="147" y="327"/>
                  <a:pt x="144" y="326"/>
                  <a:pt x="141" y="326"/>
                </a:cubicBezTo>
                <a:cubicBezTo>
                  <a:pt x="133" y="326"/>
                  <a:pt x="127" y="332"/>
                  <a:pt x="127" y="341"/>
                </a:cubicBezTo>
                <a:cubicBezTo>
                  <a:pt x="127" y="345"/>
                  <a:pt x="129" y="349"/>
                  <a:pt x="132" y="352"/>
                </a:cubicBezTo>
                <a:cubicBezTo>
                  <a:pt x="18" y="525"/>
                  <a:pt x="18" y="525"/>
                  <a:pt x="18" y="525"/>
                </a:cubicBezTo>
                <a:cubicBezTo>
                  <a:pt x="16" y="524"/>
                  <a:pt x="14" y="523"/>
                  <a:pt x="12" y="523"/>
                </a:cubicBezTo>
                <a:cubicBezTo>
                  <a:pt x="5" y="523"/>
                  <a:pt x="0" y="529"/>
                  <a:pt x="0" y="536"/>
                </a:cubicBezTo>
                <a:cubicBezTo>
                  <a:pt x="0" y="543"/>
                  <a:pt x="5" y="548"/>
                  <a:pt x="11" y="549"/>
                </a:cubicBezTo>
                <a:cubicBezTo>
                  <a:pt x="11" y="991"/>
                  <a:pt x="11" y="991"/>
                  <a:pt x="11" y="991"/>
                </a:cubicBezTo>
                <a:cubicBezTo>
                  <a:pt x="5" y="992"/>
                  <a:pt x="0" y="997"/>
                  <a:pt x="0" y="1004"/>
                </a:cubicBezTo>
                <a:cubicBezTo>
                  <a:pt x="0" y="1011"/>
                  <a:pt x="5" y="1017"/>
                  <a:pt x="12" y="1017"/>
                </a:cubicBezTo>
                <a:cubicBezTo>
                  <a:pt x="14" y="1017"/>
                  <a:pt x="16" y="1016"/>
                  <a:pt x="18" y="1015"/>
                </a:cubicBezTo>
                <a:cubicBezTo>
                  <a:pt x="132" y="1188"/>
                  <a:pt x="132" y="1188"/>
                  <a:pt x="132" y="1188"/>
                </a:cubicBezTo>
                <a:cubicBezTo>
                  <a:pt x="129" y="1191"/>
                  <a:pt x="127" y="1195"/>
                  <a:pt x="127" y="1199"/>
                </a:cubicBezTo>
                <a:cubicBezTo>
                  <a:pt x="127" y="1208"/>
                  <a:pt x="133" y="1214"/>
                  <a:pt x="141" y="1214"/>
                </a:cubicBezTo>
                <a:cubicBezTo>
                  <a:pt x="144" y="1214"/>
                  <a:pt x="147" y="1213"/>
                  <a:pt x="149" y="1211"/>
                </a:cubicBezTo>
                <a:cubicBezTo>
                  <a:pt x="278" y="1373"/>
                  <a:pt x="278" y="1373"/>
                  <a:pt x="278" y="1373"/>
                </a:cubicBezTo>
                <a:cubicBezTo>
                  <a:pt x="276" y="1375"/>
                  <a:pt x="275" y="1379"/>
                  <a:pt x="275" y="1382"/>
                </a:cubicBezTo>
                <a:cubicBezTo>
                  <a:pt x="275" y="1390"/>
                  <a:pt x="280" y="1395"/>
                  <a:pt x="287" y="1395"/>
                </a:cubicBezTo>
                <a:cubicBezTo>
                  <a:pt x="292" y="1395"/>
                  <a:pt x="297" y="1392"/>
                  <a:pt x="298" y="1387"/>
                </a:cubicBezTo>
                <a:cubicBezTo>
                  <a:pt x="720" y="1524"/>
                  <a:pt x="720" y="1524"/>
                  <a:pt x="720" y="1524"/>
                </a:cubicBezTo>
                <a:cubicBezTo>
                  <a:pt x="720" y="1525"/>
                  <a:pt x="720" y="1526"/>
                  <a:pt x="720" y="1527"/>
                </a:cubicBezTo>
                <a:cubicBezTo>
                  <a:pt x="720" y="1534"/>
                  <a:pt x="725" y="1540"/>
                  <a:pt x="732" y="1540"/>
                </a:cubicBezTo>
                <a:cubicBezTo>
                  <a:pt x="739" y="1540"/>
                  <a:pt x="744" y="1534"/>
                  <a:pt x="744" y="1527"/>
                </a:cubicBezTo>
                <a:cubicBezTo>
                  <a:pt x="744" y="1526"/>
                  <a:pt x="744" y="1525"/>
                  <a:pt x="744" y="1525"/>
                </a:cubicBezTo>
                <a:cubicBezTo>
                  <a:pt x="945" y="1470"/>
                  <a:pt x="945" y="1470"/>
                  <a:pt x="945" y="1470"/>
                </a:cubicBezTo>
                <a:cubicBezTo>
                  <a:pt x="947" y="1476"/>
                  <a:pt x="952" y="1480"/>
                  <a:pt x="958" y="1480"/>
                </a:cubicBezTo>
                <a:cubicBezTo>
                  <a:pt x="965" y="1480"/>
                  <a:pt x="971" y="1473"/>
                  <a:pt x="971" y="1465"/>
                </a:cubicBezTo>
                <a:cubicBezTo>
                  <a:pt x="971" y="1464"/>
                  <a:pt x="971" y="1463"/>
                  <a:pt x="971" y="1461"/>
                </a:cubicBezTo>
                <a:cubicBezTo>
                  <a:pt x="1166" y="1388"/>
                  <a:pt x="1166" y="1388"/>
                  <a:pt x="1166" y="1388"/>
                </a:cubicBezTo>
                <a:cubicBezTo>
                  <a:pt x="1168" y="1392"/>
                  <a:pt x="1172" y="1395"/>
                  <a:pt x="1177" y="1395"/>
                </a:cubicBezTo>
                <a:cubicBezTo>
                  <a:pt x="1184" y="1395"/>
                  <a:pt x="1189" y="1390"/>
                  <a:pt x="1189" y="1382"/>
                </a:cubicBezTo>
                <a:cubicBezTo>
                  <a:pt x="1189" y="1379"/>
                  <a:pt x="1188" y="1375"/>
                  <a:pt x="1185" y="1373"/>
                </a:cubicBezTo>
                <a:cubicBezTo>
                  <a:pt x="1445" y="1015"/>
                  <a:pt x="1445" y="1015"/>
                  <a:pt x="1445" y="1015"/>
                </a:cubicBezTo>
                <a:cubicBezTo>
                  <a:pt x="1447" y="1016"/>
                  <a:pt x="1449" y="1017"/>
                  <a:pt x="1452" y="1017"/>
                </a:cubicBezTo>
                <a:cubicBezTo>
                  <a:pt x="1459" y="1017"/>
                  <a:pt x="1464" y="1011"/>
                  <a:pt x="1464" y="1004"/>
                </a:cubicBezTo>
                <a:cubicBezTo>
                  <a:pt x="1464" y="997"/>
                  <a:pt x="1460" y="992"/>
                  <a:pt x="1454" y="991"/>
                </a:cubicBezTo>
                <a:cubicBezTo>
                  <a:pt x="1463" y="785"/>
                  <a:pt x="1463" y="785"/>
                  <a:pt x="1463" y="785"/>
                </a:cubicBezTo>
                <a:cubicBezTo>
                  <a:pt x="1471" y="784"/>
                  <a:pt x="1477" y="778"/>
                  <a:pt x="1477" y="770"/>
                </a:cubicBezTo>
                <a:close/>
                <a:moveTo>
                  <a:pt x="1177" y="1369"/>
                </a:moveTo>
                <a:cubicBezTo>
                  <a:pt x="1171" y="1369"/>
                  <a:pt x="1167" y="1373"/>
                  <a:pt x="1165" y="1379"/>
                </a:cubicBezTo>
                <a:cubicBezTo>
                  <a:pt x="1084" y="1364"/>
                  <a:pt x="1084" y="1364"/>
                  <a:pt x="1084" y="1364"/>
                </a:cubicBezTo>
                <a:cubicBezTo>
                  <a:pt x="1208" y="1263"/>
                  <a:pt x="1208" y="1263"/>
                  <a:pt x="1208" y="1263"/>
                </a:cubicBezTo>
                <a:cubicBezTo>
                  <a:pt x="1179" y="1369"/>
                  <a:pt x="1179" y="1369"/>
                  <a:pt x="1179" y="1369"/>
                </a:cubicBezTo>
                <a:cubicBezTo>
                  <a:pt x="1178" y="1369"/>
                  <a:pt x="1178" y="1369"/>
                  <a:pt x="1177" y="1369"/>
                </a:cubicBezTo>
                <a:close/>
                <a:moveTo>
                  <a:pt x="1081" y="1363"/>
                </a:moveTo>
                <a:cubicBezTo>
                  <a:pt x="926" y="1334"/>
                  <a:pt x="926" y="1334"/>
                  <a:pt x="926" y="1334"/>
                </a:cubicBezTo>
                <a:cubicBezTo>
                  <a:pt x="926" y="1334"/>
                  <a:pt x="926" y="1334"/>
                  <a:pt x="926" y="1333"/>
                </a:cubicBezTo>
                <a:cubicBezTo>
                  <a:pt x="926" y="1332"/>
                  <a:pt x="926" y="1330"/>
                  <a:pt x="925" y="1329"/>
                </a:cubicBezTo>
                <a:cubicBezTo>
                  <a:pt x="1153" y="1195"/>
                  <a:pt x="1153" y="1195"/>
                  <a:pt x="1153" y="1195"/>
                </a:cubicBezTo>
                <a:cubicBezTo>
                  <a:pt x="1227" y="1190"/>
                  <a:pt x="1227" y="1190"/>
                  <a:pt x="1227" y="1190"/>
                </a:cubicBezTo>
                <a:cubicBezTo>
                  <a:pt x="1209" y="1258"/>
                  <a:pt x="1209" y="1258"/>
                  <a:pt x="1209" y="1258"/>
                </a:cubicBezTo>
                <a:lnTo>
                  <a:pt x="1081" y="1363"/>
                </a:lnTo>
                <a:close/>
                <a:moveTo>
                  <a:pt x="935" y="1462"/>
                </a:moveTo>
                <a:cubicBezTo>
                  <a:pt x="945" y="1459"/>
                  <a:pt x="945" y="1459"/>
                  <a:pt x="945" y="1459"/>
                </a:cubicBezTo>
                <a:cubicBezTo>
                  <a:pt x="945" y="1460"/>
                  <a:pt x="945" y="1461"/>
                  <a:pt x="944" y="1463"/>
                </a:cubicBezTo>
                <a:lnTo>
                  <a:pt x="935" y="1462"/>
                </a:lnTo>
                <a:close/>
                <a:moveTo>
                  <a:pt x="740" y="1517"/>
                </a:moveTo>
                <a:cubicBezTo>
                  <a:pt x="738" y="1515"/>
                  <a:pt x="735" y="1514"/>
                  <a:pt x="732" y="1514"/>
                </a:cubicBezTo>
                <a:cubicBezTo>
                  <a:pt x="728" y="1514"/>
                  <a:pt x="725" y="1515"/>
                  <a:pt x="723" y="1518"/>
                </a:cubicBezTo>
                <a:cubicBezTo>
                  <a:pt x="637" y="1449"/>
                  <a:pt x="637" y="1449"/>
                  <a:pt x="637" y="1449"/>
                </a:cubicBezTo>
                <a:cubicBezTo>
                  <a:pt x="796" y="1457"/>
                  <a:pt x="796" y="1457"/>
                  <a:pt x="796" y="1457"/>
                </a:cubicBezTo>
                <a:lnTo>
                  <a:pt x="740" y="1517"/>
                </a:lnTo>
                <a:close/>
                <a:moveTo>
                  <a:pt x="633" y="1445"/>
                </a:moveTo>
                <a:cubicBezTo>
                  <a:pt x="578" y="1401"/>
                  <a:pt x="578" y="1401"/>
                  <a:pt x="578" y="1401"/>
                </a:cubicBezTo>
                <a:cubicBezTo>
                  <a:pt x="641" y="1361"/>
                  <a:pt x="641" y="1361"/>
                  <a:pt x="641" y="1361"/>
                </a:cubicBezTo>
                <a:cubicBezTo>
                  <a:pt x="904" y="1336"/>
                  <a:pt x="904" y="1336"/>
                  <a:pt x="904" y="1336"/>
                </a:cubicBezTo>
                <a:cubicBezTo>
                  <a:pt x="905" y="1338"/>
                  <a:pt x="906" y="1339"/>
                  <a:pt x="907" y="1341"/>
                </a:cubicBezTo>
                <a:cubicBezTo>
                  <a:pt x="799" y="1455"/>
                  <a:pt x="799" y="1455"/>
                  <a:pt x="799" y="1455"/>
                </a:cubicBezTo>
                <a:lnTo>
                  <a:pt x="633" y="1445"/>
                </a:lnTo>
                <a:close/>
                <a:moveTo>
                  <a:pt x="528" y="1440"/>
                </a:moveTo>
                <a:cubicBezTo>
                  <a:pt x="528" y="1437"/>
                  <a:pt x="527" y="1435"/>
                  <a:pt x="527" y="1434"/>
                </a:cubicBezTo>
                <a:cubicBezTo>
                  <a:pt x="576" y="1402"/>
                  <a:pt x="576" y="1402"/>
                  <a:pt x="576" y="1402"/>
                </a:cubicBezTo>
                <a:cubicBezTo>
                  <a:pt x="629" y="1445"/>
                  <a:pt x="629" y="1445"/>
                  <a:pt x="629" y="1445"/>
                </a:cubicBezTo>
                <a:lnTo>
                  <a:pt x="528" y="1440"/>
                </a:lnTo>
                <a:close/>
                <a:moveTo>
                  <a:pt x="299" y="1380"/>
                </a:moveTo>
                <a:cubicBezTo>
                  <a:pt x="298" y="1374"/>
                  <a:pt x="293" y="1369"/>
                  <a:pt x="287" y="1369"/>
                </a:cubicBezTo>
                <a:cubicBezTo>
                  <a:pt x="287" y="1369"/>
                  <a:pt x="287" y="1369"/>
                  <a:pt x="287" y="1369"/>
                </a:cubicBezTo>
                <a:cubicBezTo>
                  <a:pt x="276" y="1288"/>
                  <a:pt x="276" y="1288"/>
                  <a:pt x="276" y="1288"/>
                </a:cubicBezTo>
                <a:cubicBezTo>
                  <a:pt x="410" y="1375"/>
                  <a:pt x="410" y="1375"/>
                  <a:pt x="410" y="1375"/>
                </a:cubicBezTo>
                <a:lnTo>
                  <a:pt x="299" y="1380"/>
                </a:lnTo>
                <a:close/>
                <a:moveTo>
                  <a:pt x="281" y="1371"/>
                </a:moveTo>
                <a:cubicBezTo>
                  <a:pt x="172" y="1221"/>
                  <a:pt x="172" y="1221"/>
                  <a:pt x="172" y="1221"/>
                </a:cubicBezTo>
                <a:cubicBezTo>
                  <a:pt x="273" y="1287"/>
                  <a:pt x="273" y="1287"/>
                  <a:pt x="273" y="1287"/>
                </a:cubicBezTo>
                <a:cubicBezTo>
                  <a:pt x="284" y="1370"/>
                  <a:pt x="284" y="1370"/>
                  <a:pt x="284" y="1370"/>
                </a:cubicBezTo>
                <a:cubicBezTo>
                  <a:pt x="283" y="1370"/>
                  <a:pt x="282" y="1370"/>
                  <a:pt x="281" y="1371"/>
                </a:cubicBezTo>
                <a:close/>
                <a:moveTo>
                  <a:pt x="136" y="1177"/>
                </a:moveTo>
                <a:cubicBezTo>
                  <a:pt x="142" y="1185"/>
                  <a:pt x="142" y="1185"/>
                  <a:pt x="142" y="1185"/>
                </a:cubicBezTo>
                <a:cubicBezTo>
                  <a:pt x="142" y="1185"/>
                  <a:pt x="141" y="1185"/>
                  <a:pt x="141" y="1185"/>
                </a:cubicBezTo>
                <a:cubicBezTo>
                  <a:pt x="140" y="1185"/>
                  <a:pt x="139" y="1185"/>
                  <a:pt x="139" y="1185"/>
                </a:cubicBezTo>
                <a:lnTo>
                  <a:pt x="136" y="1177"/>
                </a:lnTo>
                <a:close/>
                <a:moveTo>
                  <a:pt x="139" y="355"/>
                </a:moveTo>
                <a:cubicBezTo>
                  <a:pt x="139" y="355"/>
                  <a:pt x="140" y="355"/>
                  <a:pt x="141" y="355"/>
                </a:cubicBezTo>
                <a:cubicBezTo>
                  <a:pt x="141" y="355"/>
                  <a:pt x="142" y="355"/>
                  <a:pt x="142" y="355"/>
                </a:cubicBezTo>
                <a:cubicBezTo>
                  <a:pt x="136" y="363"/>
                  <a:pt x="136" y="363"/>
                  <a:pt x="136" y="363"/>
                </a:cubicBezTo>
                <a:lnTo>
                  <a:pt x="139" y="355"/>
                </a:lnTo>
                <a:close/>
                <a:moveTo>
                  <a:pt x="287" y="171"/>
                </a:moveTo>
                <a:cubicBezTo>
                  <a:pt x="293" y="171"/>
                  <a:pt x="298" y="166"/>
                  <a:pt x="299" y="160"/>
                </a:cubicBezTo>
                <a:cubicBezTo>
                  <a:pt x="410" y="165"/>
                  <a:pt x="410" y="165"/>
                  <a:pt x="410" y="165"/>
                </a:cubicBezTo>
                <a:cubicBezTo>
                  <a:pt x="276" y="251"/>
                  <a:pt x="276" y="251"/>
                  <a:pt x="276" y="251"/>
                </a:cubicBezTo>
                <a:cubicBezTo>
                  <a:pt x="287" y="171"/>
                  <a:pt x="287" y="171"/>
                  <a:pt x="287" y="171"/>
                </a:cubicBezTo>
                <a:cubicBezTo>
                  <a:pt x="287" y="171"/>
                  <a:pt x="287" y="171"/>
                  <a:pt x="287" y="171"/>
                </a:cubicBezTo>
                <a:close/>
                <a:moveTo>
                  <a:pt x="629" y="95"/>
                </a:moveTo>
                <a:cubicBezTo>
                  <a:pt x="576" y="138"/>
                  <a:pt x="576" y="138"/>
                  <a:pt x="576" y="138"/>
                </a:cubicBezTo>
                <a:cubicBezTo>
                  <a:pt x="527" y="106"/>
                  <a:pt x="527" y="106"/>
                  <a:pt x="527" y="106"/>
                </a:cubicBezTo>
                <a:cubicBezTo>
                  <a:pt x="527" y="105"/>
                  <a:pt x="528" y="103"/>
                  <a:pt x="528" y="100"/>
                </a:cubicBezTo>
                <a:lnTo>
                  <a:pt x="629" y="95"/>
                </a:lnTo>
                <a:close/>
                <a:moveTo>
                  <a:pt x="732" y="26"/>
                </a:moveTo>
                <a:cubicBezTo>
                  <a:pt x="735" y="26"/>
                  <a:pt x="738" y="25"/>
                  <a:pt x="740" y="23"/>
                </a:cubicBezTo>
                <a:cubicBezTo>
                  <a:pt x="796" y="83"/>
                  <a:pt x="796" y="83"/>
                  <a:pt x="796" y="83"/>
                </a:cubicBezTo>
                <a:cubicBezTo>
                  <a:pt x="637" y="91"/>
                  <a:pt x="637" y="91"/>
                  <a:pt x="637" y="91"/>
                </a:cubicBezTo>
                <a:cubicBezTo>
                  <a:pt x="723" y="22"/>
                  <a:pt x="723" y="22"/>
                  <a:pt x="723" y="22"/>
                </a:cubicBezTo>
                <a:cubicBezTo>
                  <a:pt x="725" y="25"/>
                  <a:pt x="728" y="26"/>
                  <a:pt x="732" y="26"/>
                </a:cubicBezTo>
                <a:close/>
                <a:moveTo>
                  <a:pt x="799" y="85"/>
                </a:moveTo>
                <a:cubicBezTo>
                  <a:pt x="907" y="199"/>
                  <a:pt x="907" y="199"/>
                  <a:pt x="907" y="199"/>
                </a:cubicBezTo>
                <a:cubicBezTo>
                  <a:pt x="906" y="201"/>
                  <a:pt x="905" y="202"/>
                  <a:pt x="904" y="204"/>
                </a:cubicBezTo>
                <a:cubicBezTo>
                  <a:pt x="641" y="179"/>
                  <a:pt x="641" y="179"/>
                  <a:pt x="641" y="179"/>
                </a:cubicBezTo>
                <a:cubicBezTo>
                  <a:pt x="578" y="139"/>
                  <a:pt x="578" y="139"/>
                  <a:pt x="578" y="139"/>
                </a:cubicBezTo>
                <a:cubicBezTo>
                  <a:pt x="633" y="95"/>
                  <a:pt x="633" y="95"/>
                  <a:pt x="633" y="95"/>
                </a:cubicBezTo>
                <a:lnTo>
                  <a:pt x="799" y="85"/>
                </a:lnTo>
                <a:close/>
                <a:moveTo>
                  <a:pt x="944" y="77"/>
                </a:moveTo>
                <a:cubicBezTo>
                  <a:pt x="945" y="79"/>
                  <a:pt x="945" y="80"/>
                  <a:pt x="945" y="81"/>
                </a:cubicBezTo>
                <a:cubicBezTo>
                  <a:pt x="935" y="78"/>
                  <a:pt x="935" y="78"/>
                  <a:pt x="935" y="78"/>
                </a:cubicBezTo>
                <a:lnTo>
                  <a:pt x="944" y="77"/>
                </a:lnTo>
                <a:close/>
                <a:moveTo>
                  <a:pt x="968" y="85"/>
                </a:moveTo>
                <a:cubicBezTo>
                  <a:pt x="975" y="91"/>
                  <a:pt x="975" y="91"/>
                  <a:pt x="975" y="91"/>
                </a:cubicBezTo>
                <a:cubicBezTo>
                  <a:pt x="965" y="88"/>
                  <a:pt x="965" y="88"/>
                  <a:pt x="965" y="88"/>
                </a:cubicBezTo>
                <a:cubicBezTo>
                  <a:pt x="966" y="87"/>
                  <a:pt x="967" y="86"/>
                  <a:pt x="968" y="85"/>
                </a:cubicBezTo>
                <a:close/>
                <a:moveTo>
                  <a:pt x="981" y="95"/>
                </a:moveTo>
                <a:cubicBezTo>
                  <a:pt x="1078" y="175"/>
                  <a:pt x="1078" y="175"/>
                  <a:pt x="1078" y="175"/>
                </a:cubicBezTo>
                <a:cubicBezTo>
                  <a:pt x="925" y="203"/>
                  <a:pt x="925" y="203"/>
                  <a:pt x="925" y="203"/>
                </a:cubicBezTo>
                <a:cubicBezTo>
                  <a:pt x="925" y="200"/>
                  <a:pt x="923" y="198"/>
                  <a:pt x="920" y="196"/>
                </a:cubicBezTo>
                <a:cubicBezTo>
                  <a:pt x="955" y="89"/>
                  <a:pt x="955" y="89"/>
                  <a:pt x="955" y="89"/>
                </a:cubicBezTo>
                <a:cubicBezTo>
                  <a:pt x="956" y="90"/>
                  <a:pt x="957" y="90"/>
                  <a:pt x="958" y="90"/>
                </a:cubicBezTo>
                <a:cubicBezTo>
                  <a:pt x="959" y="90"/>
                  <a:pt x="960" y="89"/>
                  <a:pt x="961" y="89"/>
                </a:cubicBezTo>
                <a:lnTo>
                  <a:pt x="981" y="95"/>
                </a:lnTo>
                <a:close/>
                <a:moveTo>
                  <a:pt x="1177" y="171"/>
                </a:moveTo>
                <a:cubicBezTo>
                  <a:pt x="1178" y="171"/>
                  <a:pt x="1178" y="171"/>
                  <a:pt x="1179" y="171"/>
                </a:cubicBezTo>
                <a:cubicBezTo>
                  <a:pt x="1208" y="277"/>
                  <a:pt x="1208" y="277"/>
                  <a:pt x="1208" y="277"/>
                </a:cubicBezTo>
                <a:cubicBezTo>
                  <a:pt x="1084" y="176"/>
                  <a:pt x="1084" y="176"/>
                  <a:pt x="1084" y="176"/>
                </a:cubicBezTo>
                <a:cubicBezTo>
                  <a:pt x="1165" y="161"/>
                  <a:pt x="1165" y="161"/>
                  <a:pt x="1165" y="161"/>
                </a:cubicBezTo>
                <a:cubicBezTo>
                  <a:pt x="1167" y="167"/>
                  <a:pt x="1171" y="171"/>
                  <a:pt x="1177" y="171"/>
                </a:cubicBezTo>
                <a:close/>
                <a:moveTo>
                  <a:pt x="1209" y="282"/>
                </a:moveTo>
                <a:cubicBezTo>
                  <a:pt x="1227" y="350"/>
                  <a:pt x="1227" y="350"/>
                  <a:pt x="1227" y="350"/>
                </a:cubicBezTo>
                <a:cubicBezTo>
                  <a:pt x="1153" y="345"/>
                  <a:pt x="1153" y="345"/>
                  <a:pt x="1153" y="345"/>
                </a:cubicBezTo>
                <a:cubicBezTo>
                  <a:pt x="925" y="211"/>
                  <a:pt x="925" y="211"/>
                  <a:pt x="925" y="211"/>
                </a:cubicBezTo>
                <a:cubicBezTo>
                  <a:pt x="926" y="210"/>
                  <a:pt x="926" y="208"/>
                  <a:pt x="926" y="207"/>
                </a:cubicBezTo>
                <a:cubicBezTo>
                  <a:pt x="926" y="206"/>
                  <a:pt x="926" y="206"/>
                  <a:pt x="926" y="206"/>
                </a:cubicBezTo>
                <a:cubicBezTo>
                  <a:pt x="1081" y="177"/>
                  <a:pt x="1081" y="177"/>
                  <a:pt x="1081" y="177"/>
                </a:cubicBezTo>
                <a:lnTo>
                  <a:pt x="1209" y="282"/>
                </a:lnTo>
                <a:close/>
                <a:moveTo>
                  <a:pt x="1450" y="549"/>
                </a:moveTo>
                <a:cubicBezTo>
                  <a:pt x="1450" y="734"/>
                  <a:pt x="1450" y="734"/>
                  <a:pt x="1450" y="734"/>
                </a:cubicBezTo>
                <a:cubicBezTo>
                  <a:pt x="1407" y="621"/>
                  <a:pt x="1407" y="621"/>
                  <a:pt x="1407" y="621"/>
                </a:cubicBezTo>
                <a:cubicBezTo>
                  <a:pt x="1447" y="548"/>
                  <a:pt x="1447" y="548"/>
                  <a:pt x="1447" y="548"/>
                </a:cubicBezTo>
                <a:cubicBezTo>
                  <a:pt x="1448" y="549"/>
                  <a:pt x="1449" y="549"/>
                  <a:pt x="1450" y="549"/>
                </a:cubicBezTo>
                <a:close/>
                <a:moveTo>
                  <a:pt x="1453" y="759"/>
                </a:moveTo>
                <a:cubicBezTo>
                  <a:pt x="1453" y="749"/>
                  <a:pt x="1453" y="749"/>
                  <a:pt x="1453" y="749"/>
                </a:cubicBezTo>
                <a:cubicBezTo>
                  <a:pt x="1456" y="757"/>
                  <a:pt x="1456" y="757"/>
                  <a:pt x="1456" y="757"/>
                </a:cubicBezTo>
                <a:cubicBezTo>
                  <a:pt x="1455" y="758"/>
                  <a:pt x="1454" y="759"/>
                  <a:pt x="1453" y="759"/>
                </a:cubicBezTo>
                <a:close/>
                <a:moveTo>
                  <a:pt x="1449" y="769"/>
                </a:moveTo>
                <a:cubicBezTo>
                  <a:pt x="1335" y="769"/>
                  <a:pt x="1335" y="769"/>
                  <a:pt x="1335" y="769"/>
                </a:cubicBezTo>
                <a:cubicBezTo>
                  <a:pt x="1335" y="765"/>
                  <a:pt x="1333" y="762"/>
                  <a:pt x="1331" y="761"/>
                </a:cubicBezTo>
                <a:cubicBezTo>
                  <a:pt x="1405" y="625"/>
                  <a:pt x="1405" y="625"/>
                  <a:pt x="1405" y="625"/>
                </a:cubicBezTo>
                <a:cubicBezTo>
                  <a:pt x="1450" y="742"/>
                  <a:pt x="1450" y="742"/>
                  <a:pt x="1450" y="742"/>
                </a:cubicBezTo>
                <a:cubicBezTo>
                  <a:pt x="1450" y="763"/>
                  <a:pt x="1450" y="763"/>
                  <a:pt x="1450" y="763"/>
                </a:cubicBezTo>
                <a:cubicBezTo>
                  <a:pt x="1450" y="765"/>
                  <a:pt x="1449" y="767"/>
                  <a:pt x="1449" y="769"/>
                </a:cubicBezTo>
                <a:close/>
                <a:moveTo>
                  <a:pt x="1231" y="1187"/>
                </a:moveTo>
                <a:cubicBezTo>
                  <a:pt x="1240" y="1152"/>
                  <a:pt x="1240" y="1152"/>
                  <a:pt x="1240" y="1152"/>
                </a:cubicBezTo>
                <a:cubicBezTo>
                  <a:pt x="1241" y="1152"/>
                  <a:pt x="1241" y="1152"/>
                  <a:pt x="1242" y="1152"/>
                </a:cubicBezTo>
                <a:cubicBezTo>
                  <a:pt x="1248" y="1152"/>
                  <a:pt x="1253" y="1147"/>
                  <a:pt x="1253" y="1141"/>
                </a:cubicBezTo>
                <a:cubicBezTo>
                  <a:pt x="1253" y="1139"/>
                  <a:pt x="1253" y="1137"/>
                  <a:pt x="1252" y="1135"/>
                </a:cubicBezTo>
                <a:cubicBezTo>
                  <a:pt x="1283" y="1115"/>
                  <a:pt x="1283" y="1115"/>
                  <a:pt x="1283" y="1115"/>
                </a:cubicBezTo>
                <a:cubicBezTo>
                  <a:pt x="1297" y="1170"/>
                  <a:pt x="1297" y="1170"/>
                  <a:pt x="1297" y="1170"/>
                </a:cubicBezTo>
                <a:cubicBezTo>
                  <a:pt x="1292" y="1172"/>
                  <a:pt x="1289" y="1178"/>
                  <a:pt x="1288" y="1184"/>
                </a:cubicBezTo>
                <a:lnTo>
                  <a:pt x="1231" y="1187"/>
                </a:lnTo>
                <a:close/>
                <a:moveTo>
                  <a:pt x="645" y="1358"/>
                </a:moveTo>
                <a:cubicBezTo>
                  <a:pt x="811" y="1252"/>
                  <a:pt x="811" y="1252"/>
                  <a:pt x="811" y="1252"/>
                </a:cubicBezTo>
                <a:cubicBezTo>
                  <a:pt x="906" y="1327"/>
                  <a:pt x="906" y="1327"/>
                  <a:pt x="906" y="1327"/>
                </a:cubicBezTo>
                <a:cubicBezTo>
                  <a:pt x="905" y="1329"/>
                  <a:pt x="904" y="1331"/>
                  <a:pt x="904" y="1333"/>
                </a:cubicBezTo>
                <a:lnTo>
                  <a:pt x="645" y="1358"/>
                </a:lnTo>
                <a:close/>
                <a:moveTo>
                  <a:pt x="514" y="1425"/>
                </a:moveTo>
                <a:cubicBezTo>
                  <a:pt x="513" y="1425"/>
                  <a:pt x="511" y="1426"/>
                  <a:pt x="510" y="1426"/>
                </a:cubicBezTo>
                <a:cubicBezTo>
                  <a:pt x="489" y="1373"/>
                  <a:pt x="489" y="1373"/>
                  <a:pt x="489" y="1373"/>
                </a:cubicBezTo>
                <a:cubicBezTo>
                  <a:pt x="526" y="1371"/>
                  <a:pt x="526" y="1371"/>
                  <a:pt x="526" y="1371"/>
                </a:cubicBezTo>
                <a:cubicBezTo>
                  <a:pt x="527" y="1377"/>
                  <a:pt x="532" y="1381"/>
                  <a:pt x="537" y="1381"/>
                </a:cubicBezTo>
                <a:cubicBezTo>
                  <a:pt x="540" y="1381"/>
                  <a:pt x="543" y="1380"/>
                  <a:pt x="545" y="1377"/>
                </a:cubicBezTo>
                <a:cubicBezTo>
                  <a:pt x="574" y="1401"/>
                  <a:pt x="574" y="1401"/>
                  <a:pt x="574" y="1401"/>
                </a:cubicBezTo>
                <a:cubicBezTo>
                  <a:pt x="526" y="1432"/>
                  <a:pt x="526" y="1432"/>
                  <a:pt x="526" y="1432"/>
                </a:cubicBezTo>
                <a:cubicBezTo>
                  <a:pt x="523" y="1428"/>
                  <a:pt x="519" y="1425"/>
                  <a:pt x="514" y="1425"/>
                </a:cubicBezTo>
                <a:close/>
                <a:moveTo>
                  <a:pt x="253" y="1107"/>
                </a:moveTo>
                <a:cubicBezTo>
                  <a:pt x="251" y="1107"/>
                  <a:pt x="250" y="1107"/>
                  <a:pt x="249" y="1107"/>
                </a:cubicBezTo>
                <a:cubicBezTo>
                  <a:pt x="146" y="869"/>
                  <a:pt x="146" y="869"/>
                  <a:pt x="146" y="869"/>
                </a:cubicBezTo>
                <a:cubicBezTo>
                  <a:pt x="298" y="994"/>
                  <a:pt x="298" y="994"/>
                  <a:pt x="298" y="994"/>
                </a:cubicBezTo>
                <a:cubicBezTo>
                  <a:pt x="256" y="1107"/>
                  <a:pt x="256" y="1107"/>
                  <a:pt x="256" y="1107"/>
                </a:cubicBezTo>
                <a:cubicBezTo>
                  <a:pt x="255" y="1107"/>
                  <a:pt x="254" y="1107"/>
                  <a:pt x="253" y="1107"/>
                </a:cubicBezTo>
                <a:close/>
                <a:moveTo>
                  <a:pt x="32" y="756"/>
                </a:moveTo>
                <a:cubicBezTo>
                  <a:pt x="58" y="659"/>
                  <a:pt x="58" y="659"/>
                  <a:pt x="58" y="659"/>
                </a:cubicBezTo>
                <a:cubicBezTo>
                  <a:pt x="82" y="723"/>
                  <a:pt x="82" y="723"/>
                  <a:pt x="82" y="723"/>
                </a:cubicBezTo>
                <a:cubicBezTo>
                  <a:pt x="37" y="760"/>
                  <a:pt x="37" y="760"/>
                  <a:pt x="37" y="760"/>
                </a:cubicBezTo>
                <a:cubicBezTo>
                  <a:pt x="36" y="758"/>
                  <a:pt x="34" y="757"/>
                  <a:pt x="32" y="756"/>
                </a:cubicBezTo>
                <a:close/>
                <a:moveTo>
                  <a:pt x="37" y="780"/>
                </a:moveTo>
                <a:cubicBezTo>
                  <a:pt x="82" y="817"/>
                  <a:pt x="82" y="817"/>
                  <a:pt x="82" y="817"/>
                </a:cubicBezTo>
                <a:cubicBezTo>
                  <a:pt x="58" y="881"/>
                  <a:pt x="58" y="881"/>
                  <a:pt x="58" y="881"/>
                </a:cubicBezTo>
                <a:cubicBezTo>
                  <a:pt x="32" y="784"/>
                  <a:pt x="32" y="784"/>
                  <a:pt x="32" y="784"/>
                </a:cubicBezTo>
                <a:cubicBezTo>
                  <a:pt x="34" y="783"/>
                  <a:pt x="36" y="782"/>
                  <a:pt x="37" y="780"/>
                </a:cubicBezTo>
                <a:close/>
                <a:moveTo>
                  <a:pt x="39" y="778"/>
                </a:moveTo>
                <a:cubicBezTo>
                  <a:pt x="40" y="776"/>
                  <a:pt x="41" y="773"/>
                  <a:pt x="41" y="770"/>
                </a:cubicBezTo>
                <a:cubicBezTo>
                  <a:pt x="41" y="767"/>
                  <a:pt x="40" y="764"/>
                  <a:pt x="39" y="762"/>
                </a:cubicBezTo>
                <a:cubicBezTo>
                  <a:pt x="83" y="726"/>
                  <a:pt x="83" y="726"/>
                  <a:pt x="83" y="726"/>
                </a:cubicBezTo>
                <a:cubicBezTo>
                  <a:pt x="96" y="760"/>
                  <a:pt x="96" y="760"/>
                  <a:pt x="96" y="760"/>
                </a:cubicBezTo>
                <a:cubicBezTo>
                  <a:pt x="93" y="762"/>
                  <a:pt x="91" y="765"/>
                  <a:pt x="91" y="770"/>
                </a:cubicBezTo>
                <a:cubicBezTo>
                  <a:pt x="91" y="775"/>
                  <a:pt x="93" y="778"/>
                  <a:pt x="96" y="780"/>
                </a:cubicBezTo>
                <a:cubicBezTo>
                  <a:pt x="83" y="814"/>
                  <a:pt x="83" y="814"/>
                  <a:pt x="83" y="814"/>
                </a:cubicBezTo>
                <a:lnTo>
                  <a:pt x="39" y="778"/>
                </a:lnTo>
                <a:close/>
                <a:moveTo>
                  <a:pt x="514" y="115"/>
                </a:moveTo>
                <a:cubicBezTo>
                  <a:pt x="519" y="115"/>
                  <a:pt x="523" y="112"/>
                  <a:pt x="526" y="108"/>
                </a:cubicBezTo>
                <a:cubicBezTo>
                  <a:pt x="574" y="139"/>
                  <a:pt x="574" y="139"/>
                  <a:pt x="574" y="139"/>
                </a:cubicBezTo>
                <a:cubicBezTo>
                  <a:pt x="545" y="163"/>
                  <a:pt x="545" y="163"/>
                  <a:pt x="545" y="163"/>
                </a:cubicBezTo>
                <a:cubicBezTo>
                  <a:pt x="543" y="160"/>
                  <a:pt x="540" y="159"/>
                  <a:pt x="537" y="159"/>
                </a:cubicBezTo>
                <a:cubicBezTo>
                  <a:pt x="532" y="159"/>
                  <a:pt x="527" y="163"/>
                  <a:pt x="526" y="169"/>
                </a:cubicBezTo>
                <a:cubicBezTo>
                  <a:pt x="489" y="167"/>
                  <a:pt x="489" y="167"/>
                  <a:pt x="489" y="167"/>
                </a:cubicBezTo>
                <a:cubicBezTo>
                  <a:pt x="510" y="114"/>
                  <a:pt x="510" y="114"/>
                  <a:pt x="510" y="114"/>
                </a:cubicBezTo>
                <a:cubicBezTo>
                  <a:pt x="511" y="114"/>
                  <a:pt x="513" y="115"/>
                  <a:pt x="514" y="115"/>
                </a:cubicBezTo>
                <a:close/>
                <a:moveTo>
                  <a:pt x="904" y="207"/>
                </a:moveTo>
                <a:cubicBezTo>
                  <a:pt x="904" y="209"/>
                  <a:pt x="905" y="211"/>
                  <a:pt x="906" y="213"/>
                </a:cubicBezTo>
                <a:cubicBezTo>
                  <a:pt x="811" y="288"/>
                  <a:pt x="811" y="288"/>
                  <a:pt x="811" y="288"/>
                </a:cubicBezTo>
                <a:cubicBezTo>
                  <a:pt x="645" y="182"/>
                  <a:pt x="645" y="182"/>
                  <a:pt x="645" y="182"/>
                </a:cubicBezTo>
                <a:lnTo>
                  <a:pt x="904" y="207"/>
                </a:lnTo>
                <a:close/>
                <a:moveTo>
                  <a:pt x="1288" y="356"/>
                </a:moveTo>
                <a:cubicBezTo>
                  <a:pt x="1289" y="362"/>
                  <a:pt x="1292" y="368"/>
                  <a:pt x="1297" y="370"/>
                </a:cubicBezTo>
                <a:cubicBezTo>
                  <a:pt x="1283" y="425"/>
                  <a:pt x="1283" y="425"/>
                  <a:pt x="1283" y="425"/>
                </a:cubicBezTo>
                <a:cubicBezTo>
                  <a:pt x="1252" y="405"/>
                  <a:pt x="1252" y="405"/>
                  <a:pt x="1252" y="405"/>
                </a:cubicBezTo>
                <a:cubicBezTo>
                  <a:pt x="1253" y="403"/>
                  <a:pt x="1253" y="401"/>
                  <a:pt x="1253" y="399"/>
                </a:cubicBezTo>
                <a:cubicBezTo>
                  <a:pt x="1253" y="393"/>
                  <a:pt x="1248" y="388"/>
                  <a:pt x="1242" y="388"/>
                </a:cubicBezTo>
                <a:cubicBezTo>
                  <a:pt x="1241" y="388"/>
                  <a:pt x="1241" y="388"/>
                  <a:pt x="1240" y="388"/>
                </a:cubicBezTo>
                <a:cubicBezTo>
                  <a:pt x="1231" y="353"/>
                  <a:pt x="1231" y="353"/>
                  <a:pt x="1231" y="353"/>
                </a:cubicBezTo>
                <a:lnTo>
                  <a:pt x="1288" y="356"/>
                </a:lnTo>
                <a:close/>
                <a:moveTo>
                  <a:pt x="1302" y="371"/>
                </a:moveTo>
                <a:cubicBezTo>
                  <a:pt x="1304" y="371"/>
                  <a:pt x="1305" y="370"/>
                  <a:pt x="1306" y="370"/>
                </a:cubicBezTo>
                <a:cubicBezTo>
                  <a:pt x="1342" y="464"/>
                  <a:pt x="1342" y="464"/>
                  <a:pt x="1342" y="464"/>
                </a:cubicBezTo>
                <a:cubicBezTo>
                  <a:pt x="1285" y="426"/>
                  <a:pt x="1285" y="426"/>
                  <a:pt x="1285" y="426"/>
                </a:cubicBezTo>
                <a:cubicBezTo>
                  <a:pt x="1300" y="370"/>
                  <a:pt x="1300" y="370"/>
                  <a:pt x="1300" y="370"/>
                </a:cubicBezTo>
                <a:cubicBezTo>
                  <a:pt x="1301" y="371"/>
                  <a:pt x="1301" y="371"/>
                  <a:pt x="1302" y="371"/>
                </a:cubicBezTo>
                <a:close/>
                <a:moveTo>
                  <a:pt x="1324" y="758"/>
                </a:moveTo>
                <a:cubicBezTo>
                  <a:pt x="1324" y="758"/>
                  <a:pt x="1324" y="758"/>
                  <a:pt x="1323" y="758"/>
                </a:cubicBezTo>
                <a:cubicBezTo>
                  <a:pt x="1266" y="501"/>
                  <a:pt x="1266" y="501"/>
                  <a:pt x="1266" y="501"/>
                </a:cubicBezTo>
                <a:cubicBezTo>
                  <a:pt x="1285" y="429"/>
                  <a:pt x="1285" y="429"/>
                  <a:pt x="1285" y="429"/>
                </a:cubicBezTo>
                <a:cubicBezTo>
                  <a:pt x="1344" y="467"/>
                  <a:pt x="1344" y="467"/>
                  <a:pt x="1344" y="467"/>
                </a:cubicBezTo>
                <a:cubicBezTo>
                  <a:pt x="1404" y="622"/>
                  <a:pt x="1404" y="622"/>
                  <a:pt x="1404" y="622"/>
                </a:cubicBezTo>
                <a:cubicBezTo>
                  <a:pt x="1329" y="759"/>
                  <a:pt x="1329" y="759"/>
                  <a:pt x="1329" y="759"/>
                </a:cubicBezTo>
                <a:cubicBezTo>
                  <a:pt x="1328" y="759"/>
                  <a:pt x="1326" y="758"/>
                  <a:pt x="1324" y="758"/>
                </a:cubicBezTo>
                <a:close/>
                <a:moveTo>
                  <a:pt x="915" y="1322"/>
                </a:moveTo>
                <a:cubicBezTo>
                  <a:pt x="914" y="1322"/>
                  <a:pt x="914" y="1322"/>
                  <a:pt x="913" y="1322"/>
                </a:cubicBezTo>
                <a:cubicBezTo>
                  <a:pt x="881" y="1225"/>
                  <a:pt x="881" y="1225"/>
                  <a:pt x="881" y="1225"/>
                </a:cubicBezTo>
                <a:cubicBezTo>
                  <a:pt x="886" y="1222"/>
                  <a:pt x="890" y="1217"/>
                  <a:pt x="890" y="1211"/>
                </a:cubicBezTo>
                <a:cubicBezTo>
                  <a:pt x="949" y="1207"/>
                  <a:pt x="949" y="1207"/>
                  <a:pt x="949" y="1207"/>
                </a:cubicBezTo>
                <a:cubicBezTo>
                  <a:pt x="917" y="1322"/>
                  <a:pt x="917" y="1322"/>
                  <a:pt x="917" y="1322"/>
                </a:cubicBezTo>
                <a:cubicBezTo>
                  <a:pt x="916" y="1322"/>
                  <a:pt x="916" y="1322"/>
                  <a:pt x="915" y="1322"/>
                </a:cubicBezTo>
                <a:close/>
                <a:moveTo>
                  <a:pt x="907" y="1326"/>
                </a:moveTo>
                <a:cubicBezTo>
                  <a:pt x="813" y="1251"/>
                  <a:pt x="813" y="1251"/>
                  <a:pt x="813" y="1251"/>
                </a:cubicBezTo>
                <a:cubicBezTo>
                  <a:pt x="863" y="1219"/>
                  <a:pt x="863" y="1219"/>
                  <a:pt x="863" y="1219"/>
                </a:cubicBezTo>
                <a:cubicBezTo>
                  <a:pt x="865" y="1224"/>
                  <a:pt x="870" y="1226"/>
                  <a:pt x="875" y="1226"/>
                </a:cubicBezTo>
                <a:cubicBezTo>
                  <a:pt x="876" y="1226"/>
                  <a:pt x="877" y="1226"/>
                  <a:pt x="879" y="1226"/>
                </a:cubicBezTo>
                <a:cubicBezTo>
                  <a:pt x="910" y="1323"/>
                  <a:pt x="910" y="1323"/>
                  <a:pt x="910" y="1323"/>
                </a:cubicBezTo>
                <a:cubicBezTo>
                  <a:pt x="909" y="1324"/>
                  <a:pt x="908" y="1325"/>
                  <a:pt x="907" y="1326"/>
                </a:cubicBezTo>
                <a:close/>
                <a:moveTo>
                  <a:pt x="263" y="1117"/>
                </a:moveTo>
                <a:cubicBezTo>
                  <a:pt x="263" y="1115"/>
                  <a:pt x="263" y="1114"/>
                  <a:pt x="262" y="1113"/>
                </a:cubicBezTo>
                <a:cubicBezTo>
                  <a:pt x="346" y="1052"/>
                  <a:pt x="346" y="1052"/>
                  <a:pt x="346" y="1052"/>
                </a:cubicBezTo>
                <a:cubicBezTo>
                  <a:pt x="349" y="1056"/>
                  <a:pt x="353" y="1058"/>
                  <a:pt x="358" y="1058"/>
                </a:cubicBezTo>
                <a:cubicBezTo>
                  <a:pt x="359" y="1058"/>
                  <a:pt x="361" y="1058"/>
                  <a:pt x="362" y="1057"/>
                </a:cubicBezTo>
                <a:cubicBezTo>
                  <a:pt x="383" y="1111"/>
                  <a:pt x="383" y="1111"/>
                  <a:pt x="383" y="1111"/>
                </a:cubicBezTo>
                <a:lnTo>
                  <a:pt x="263" y="1117"/>
                </a:lnTo>
                <a:close/>
                <a:moveTo>
                  <a:pt x="258" y="1108"/>
                </a:moveTo>
                <a:cubicBezTo>
                  <a:pt x="300" y="996"/>
                  <a:pt x="300" y="996"/>
                  <a:pt x="300" y="996"/>
                </a:cubicBezTo>
                <a:cubicBezTo>
                  <a:pt x="345" y="1033"/>
                  <a:pt x="345" y="1033"/>
                  <a:pt x="345" y="1033"/>
                </a:cubicBezTo>
                <a:cubicBezTo>
                  <a:pt x="343" y="1036"/>
                  <a:pt x="343" y="1039"/>
                  <a:pt x="343" y="1042"/>
                </a:cubicBezTo>
                <a:cubicBezTo>
                  <a:pt x="343" y="1045"/>
                  <a:pt x="343" y="1048"/>
                  <a:pt x="345" y="1050"/>
                </a:cubicBezTo>
                <a:cubicBezTo>
                  <a:pt x="261" y="1111"/>
                  <a:pt x="261" y="1111"/>
                  <a:pt x="261" y="1111"/>
                </a:cubicBezTo>
                <a:cubicBezTo>
                  <a:pt x="260" y="1110"/>
                  <a:pt x="259" y="1109"/>
                  <a:pt x="258" y="1108"/>
                </a:cubicBezTo>
                <a:close/>
                <a:moveTo>
                  <a:pt x="383" y="429"/>
                </a:moveTo>
                <a:cubicBezTo>
                  <a:pt x="362" y="483"/>
                  <a:pt x="362" y="483"/>
                  <a:pt x="362" y="483"/>
                </a:cubicBezTo>
                <a:cubicBezTo>
                  <a:pt x="361" y="482"/>
                  <a:pt x="359" y="482"/>
                  <a:pt x="358" y="482"/>
                </a:cubicBezTo>
                <a:cubicBezTo>
                  <a:pt x="353" y="482"/>
                  <a:pt x="349" y="484"/>
                  <a:pt x="346" y="488"/>
                </a:cubicBezTo>
                <a:cubicBezTo>
                  <a:pt x="262" y="427"/>
                  <a:pt x="262" y="427"/>
                  <a:pt x="262" y="427"/>
                </a:cubicBezTo>
                <a:cubicBezTo>
                  <a:pt x="263" y="426"/>
                  <a:pt x="263" y="425"/>
                  <a:pt x="263" y="423"/>
                </a:cubicBezTo>
                <a:lnTo>
                  <a:pt x="383" y="429"/>
                </a:lnTo>
                <a:close/>
                <a:moveTo>
                  <a:pt x="915" y="218"/>
                </a:moveTo>
                <a:cubicBezTo>
                  <a:pt x="916" y="218"/>
                  <a:pt x="916" y="218"/>
                  <a:pt x="917" y="218"/>
                </a:cubicBezTo>
                <a:cubicBezTo>
                  <a:pt x="949" y="333"/>
                  <a:pt x="949" y="333"/>
                  <a:pt x="949" y="333"/>
                </a:cubicBezTo>
                <a:cubicBezTo>
                  <a:pt x="890" y="329"/>
                  <a:pt x="890" y="329"/>
                  <a:pt x="890" y="329"/>
                </a:cubicBezTo>
                <a:cubicBezTo>
                  <a:pt x="890" y="323"/>
                  <a:pt x="886" y="318"/>
                  <a:pt x="881" y="315"/>
                </a:cubicBezTo>
                <a:cubicBezTo>
                  <a:pt x="913" y="218"/>
                  <a:pt x="913" y="218"/>
                  <a:pt x="913" y="218"/>
                </a:cubicBezTo>
                <a:cubicBezTo>
                  <a:pt x="914" y="218"/>
                  <a:pt x="914" y="218"/>
                  <a:pt x="915" y="218"/>
                </a:cubicBezTo>
                <a:close/>
                <a:moveTo>
                  <a:pt x="1251" y="406"/>
                </a:moveTo>
                <a:cubicBezTo>
                  <a:pt x="1282" y="427"/>
                  <a:pt x="1282" y="427"/>
                  <a:pt x="1282" y="427"/>
                </a:cubicBezTo>
                <a:cubicBezTo>
                  <a:pt x="1265" y="495"/>
                  <a:pt x="1265" y="495"/>
                  <a:pt x="1265" y="495"/>
                </a:cubicBezTo>
                <a:cubicBezTo>
                  <a:pt x="1246" y="411"/>
                  <a:pt x="1246" y="411"/>
                  <a:pt x="1246" y="411"/>
                </a:cubicBezTo>
                <a:cubicBezTo>
                  <a:pt x="1248" y="410"/>
                  <a:pt x="1250" y="408"/>
                  <a:pt x="1251" y="406"/>
                </a:cubicBezTo>
                <a:close/>
                <a:moveTo>
                  <a:pt x="1242" y="411"/>
                </a:moveTo>
                <a:cubicBezTo>
                  <a:pt x="1243" y="411"/>
                  <a:pt x="1243" y="411"/>
                  <a:pt x="1243" y="411"/>
                </a:cubicBezTo>
                <a:cubicBezTo>
                  <a:pt x="1263" y="500"/>
                  <a:pt x="1263" y="500"/>
                  <a:pt x="1263" y="500"/>
                </a:cubicBezTo>
                <a:cubicBezTo>
                  <a:pt x="1213" y="695"/>
                  <a:pt x="1213" y="695"/>
                  <a:pt x="1213" y="695"/>
                </a:cubicBezTo>
                <a:cubicBezTo>
                  <a:pt x="1077" y="605"/>
                  <a:pt x="1077" y="605"/>
                  <a:pt x="1077" y="605"/>
                </a:cubicBezTo>
                <a:cubicBezTo>
                  <a:pt x="1037" y="550"/>
                  <a:pt x="1037" y="550"/>
                  <a:pt x="1037" y="550"/>
                </a:cubicBezTo>
                <a:cubicBezTo>
                  <a:pt x="1233" y="407"/>
                  <a:pt x="1233" y="407"/>
                  <a:pt x="1233" y="407"/>
                </a:cubicBezTo>
                <a:cubicBezTo>
                  <a:pt x="1235" y="410"/>
                  <a:pt x="1239" y="411"/>
                  <a:pt x="1242" y="411"/>
                </a:cubicBezTo>
                <a:close/>
                <a:moveTo>
                  <a:pt x="1195" y="754"/>
                </a:moveTo>
                <a:cubicBezTo>
                  <a:pt x="1192" y="754"/>
                  <a:pt x="1189" y="755"/>
                  <a:pt x="1187" y="756"/>
                </a:cubicBezTo>
                <a:cubicBezTo>
                  <a:pt x="1080" y="609"/>
                  <a:pt x="1080" y="609"/>
                  <a:pt x="1080" y="609"/>
                </a:cubicBezTo>
                <a:cubicBezTo>
                  <a:pt x="1212" y="697"/>
                  <a:pt x="1212" y="697"/>
                  <a:pt x="1212" y="697"/>
                </a:cubicBezTo>
                <a:cubicBezTo>
                  <a:pt x="1197" y="754"/>
                  <a:pt x="1197" y="754"/>
                  <a:pt x="1197" y="754"/>
                </a:cubicBezTo>
                <a:cubicBezTo>
                  <a:pt x="1196" y="754"/>
                  <a:pt x="1196" y="754"/>
                  <a:pt x="1195" y="754"/>
                </a:cubicBezTo>
                <a:close/>
                <a:moveTo>
                  <a:pt x="1184" y="758"/>
                </a:moveTo>
                <a:cubicBezTo>
                  <a:pt x="1182" y="761"/>
                  <a:pt x="1180" y="764"/>
                  <a:pt x="1180" y="768"/>
                </a:cubicBezTo>
                <a:cubicBezTo>
                  <a:pt x="1016" y="768"/>
                  <a:pt x="1016" y="768"/>
                  <a:pt x="1016" y="768"/>
                </a:cubicBezTo>
                <a:cubicBezTo>
                  <a:pt x="1016" y="576"/>
                  <a:pt x="1016" y="576"/>
                  <a:pt x="1016" y="576"/>
                </a:cubicBezTo>
                <a:cubicBezTo>
                  <a:pt x="1018" y="575"/>
                  <a:pt x="1021" y="574"/>
                  <a:pt x="1022" y="571"/>
                </a:cubicBezTo>
                <a:cubicBezTo>
                  <a:pt x="1072" y="604"/>
                  <a:pt x="1072" y="604"/>
                  <a:pt x="1072" y="604"/>
                </a:cubicBezTo>
                <a:lnTo>
                  <a:pt x="1184" y="758"/>
                </a:lnTo>
                <a:close/>
                <a:moveTo>
                  <a:pt x="1007" y="968"/>
                </a:moveTo>
                <a:cubicBezTo>
                  <a:pt x="746" y="779"/>
                  <a:pt x="746" y="779"/>
                  <a:pt x="746" y="779"/>
                </a:cubicBezTo>
                <a:cubicBezTo>
                  <a:pt x="747" y="776"/>
                  <a:pt x="747" y="774"/>
                  <a:pt x="748" y="772"/>
                </a:cubicBezTo>
                <a:cubicBezTo>
                  <a:pt x="1013" y="772"/>
                  <a:pt x="1013" y="772"/>
                  <a:pt x="1013" y="772"/>
                </a:cubicBezTo>
                <a:cubicBezTo>
                  <a:pt x="1013" y="964"/>
                  <a:pt x="1013" y="964"/>
                  <a:pt x="1013" y="964"/>
                </a:cubicBezTo>
                <a:cubicBezTo>
                  <a:pt x="1011" y="965"/>
                  <a:pt x="1008" y="966"/>
                  <a:pt x="1007" y="968"/>
                </a:cubicBezTo>
                <a:close/>
                <a:moveTo>
                  <a:pt x="1013" y="576"/>
                </a:moveTo>
                <a:cubicBezTo>
                  <a:pt x="1013" y="768"/>
                  <a:pt x="1013" y="768"/>
                  <a:pt x="1013" y="768"/>
                </a:cubicBezTo>
                <a:cubicBezTo>
                  <a:pt x="748" y="768"/>
                  <a:pt x="748" y="768"/>
                  <a:pt x="748" y="768"/>
                </a:cubicBezTo>
                <a:cubicBezTo>
                  <a:pt x="747" y="766"/>
                  <a:pt x="747" y="764"/>
                  <a:pt x="746" y="761"/>
                </a:cubicBezTo>
                <a:cubicBezTo>
                  <a:pt x="1007" y="572"/>
                  <a:pt x="1007" y="572"/>
                  <a:pt x="1007" y="572"/>
                </a:cubicBezTo>
                <a:cubicBezTo>
                  <a:pt x="1008" y="574"/>
                  <a:pt x="1011" y="575"/>
                  <a:pt x="1013" y="576"/>
                </a:cubicBezTo>
                <a:close/>
                <a:moveTo>
                  <a:pt x="1005" y="570"/>
                </a:moveTo>
                <a:cubicBezTo>
                  <a:pt x="744" y="760"/>
                  <a:pt x="744" y="760"/>
                  <a:pt x="744" y="760"/>
                </a:cubicBezTo>
                <a:cubicBezTo>
                  <a:pt x="743" y="758"/>
                  <a:pt x="741" y="756"/>
                  <a:pt x="739" y="755"/>
                </a:cubicBezTo>
                <a:cubicBezTo>
                  <a:pt x="820" y="503"/>
                  <a:pt x="820" y="503"/>
                  <a:pt x="820" y="503"/>
                </a:cubicBezTo>
                <a:cubicBezTo>
                  <a:pt x="1004" y="563"/>
                  <a:pt x="1004" y="563"/>
                  <a:pt x="1004" y="563"/>
                </a:cubicBezTo>
                <a:cubicBezTo>
                  <a:pt x="1004" y="564"/>
                  <a:pt x="1004" y="564"/>
                  <a:pt x="1004" y="565"/>
                </a:cubicBezTo>
                <a:cubicBezTo>
                  <a:pt x="1004" y="567"/>
                  <a:pt x="1005" y="568"/>
                  <a:pt x="1005" y="570"/>
                </a:cubicBezTo>
                <a:close/>
                <a:moveTo>
                  <a:pt x="736" y="754"/>
                </a:moveTo>
                <a:cubicBezTo>
                  <a:pt x="734" y="753"/>
                  <a:pt x="733" y="753"/>
                  <a:pt x="732" y="753"/>
                </a:cubicBezTo>
                <a:cubicBezTo>
                  <a:pt x="731" y="753"/>
                  <a:pt x="729" y="753"/>
                  <a:pt x="728" y="754"/>
                </a:cubicBezTo>
                <a:cubicBezTo>
                  <a:pt x="629" y="448"/>
                  <a:pt x="629" y="448"/>
                  <a:pt x="629" y="448"/>
                </a:cubicBezTo>
                <a:cubicBezTo>
                  <a:pt x="631" y="447"/>
                  <a:pt x="632" y="445"/>
                  <a:pt x="633" y="442"/>
                </a:cubicBezTo>
                <a:cubicBezTo>
                  <a:pt x="817" y="502"/>
                  <a:pt x="817" y="502"/>
                  <a:pt x="817" y="502"/>
                </a:cubicBezTo>
                <a:lnTo>
                  <a:pt x="736" y="754"/>
                </a:lnTo>
                <a:close/>
                <a:moveTo>
                  <a:pt x="624" y="449"/>
                </a:moveTo>
                <a:cubicBezTo>
                  <a:pt x="625" y="449"/>
                  <a:pt x="626" y="449"/>
                  <a:pt x="626" y="449"/>
                </a:cubicBezTo>
                <a:cubicBezTo>
                  <a:pt x="726" y="754"/>
                  <a:pt x="726" y="754"/>
                  <a:pt x="726" y="754"/>
                </a:cubicBezTo>
                <a:cubicBezTo>
                  <a:pt x="723" y="756"/>
                  <a:pt x="721" y="757"/>
                  <a:pt x="720" y="759"/>
                </a:cubicBezTo>
                <a:cubicBezTo>
                  <a:pt x="505" y="604"/>
                  <a:pt x="505" y="604"/>
                  <a:pt x="505" y="604"/>
                </a:cubicBezTo>
                <a:cubicBezTo>
                  <a:pt x="619" y="447"/>
                  <a:pt x="619" y="447"/>
                  <a:pt x="619" y="447"/>
                </a:cubicBezTo>
                <a:cubicBezTo>
                  <a:pt x="620" y="448"/>
                  <a:pt x="622" y="449"/>
                  <a:pt x="624" y="449"/>
                </a:cubicBezTo>
                <a:close/>
                <a:moveTo>
                  <a:pt x="718" y="762"/>
                </a:moveTo>
                <a:cubicBezTo>
                  <a:pt x="717" y="764"/>
                  <a:pt x="716" y="766"/>
                  <a:pt x="716" y="769"/>
                </a:cubicBezTo>
                <a:cubicBezTo>
                  <a:pt x="393" y="769"/>
                  <a:pt x="393" y="769"/>
                  <a:pt x="393" y="769"/>
                </a:cubicBezTo>
                <a:cubicBezTo>
                  <a:pt x="393" y="766"/>
                  <a:pt x="392" y="764"/>
                  <a:pt x="390" y="762"/>
                </a:cubicBezTo>
                <a:cubicBezTo>
                  <a:pt x="504" y="606"/>
                  <a:pt x="504" y="606"/>
                  <a:pt x="504" y="606"/>
                </a:cubicBezTo>
                <a:lnTo>
                  <a:pt x="718" y="762"/>
                </a:lnTo>
                <a:close/>
                <a:moveTo>
                  <a:pt x="373" y="769"/>
                </a:moveTo>
                <a:cubicBezTo>
                  <a:pt x="359" y="769"/>
                  <a:pt x="359" y="769"/>
                  <a:pt x="359" y="769"/>
                </a:cubicBezTo>
                <a:cubicBezTo>
                  <a:pt x="359" y="710"/>
                  <a:pt x="359" y="710"/>
                  <a:pt x="359" y="710"/>
                </a:cubicBezTo>
                <a:cubicBezTo>
                  <a:pt x="378" y="760"/>
                  <a:pt x="378" y="760"/>
                  <a:pt x="378" y="760"/>
                </a:cubicBezTo>
                <a:cubicBezTo>
                  <a:pt x="375" y="762"/>
                  <a:pt x="373" y="765"/>
                  <a:pt x="373" y="769"/>
                </a:cubicBezTo>
                <a:close/>
                <a:moveTo>
                  <a:pt x="359" y="771"/>
                </a:moveTo>
                <a:cubicBezTo>
                  <a:pt x="373" y="771"/>
                  <a:pt x="373" y="771"/>
                  <a:pt x="373" y="771"/>
                </a:cubicBezTo>
                <a:cubicBezTo>
                  <a:pt x="373" y="775"/>
                  <a:pt x="375" y="778"/>
                  <a:pt x="378" y="780"/>
                </a:cubicBezTo>
                <a:cubicBezTo>
                  <a:pt x="359" y="830"/>
                  <a:pt x="359" y="830"/>
                  <a:pt x="359" y="830"/>
                </a:cubicBezTo>
                <a:lnTo>
                  <a:pt x="359" y="771"/>
                </a:lnTo>
                <a:close/>
                <a:moveTo>
                  <a:pt x="388" y="761"/>
                </a:moveTo>
                <a:cubicBezTo>
                  <a:pt x="387" y="760"/>
                  <a:pt x="385" y="759"/>
                  <a:pt x="383" y="759"/>
                </a:cubicBezTo>
                <a:cubicBezTo>
                  <a:pt x="382" y="759"/>
                  <a:pt x="381" y="759"/>
                  <a:pt x="380" y="760"/>
                </a:cubicBezTo>
                <a:cubicBezTo>
                  <a:pt x="359" y="703"/>
                  <a:pt x="359" y="703"/>
                  <a:pt x="359" y="703"/>
                </a:cubicBezTo>
                <a:cubicBezTo>
                  <a:pt x="359" y="514"/>
                  <a:pt x="359" y="514"/>
                  <a:pt x="359" y="514"/>
                </a:cubicBezTo>
                <a:cubicBezTo>
                  <a:pt x="363" y="514"/>
                  <a:pt x="367" y="512"/>
                  <a:pt x="369" y="508"/>
                </a:cubicBezTo>
                <a:cubicBezTo>
                  <a:pt x="502" y="605"/>
                  <a:pt x="502" y="605"/>
                  <a:pt x="502" y="605"/>
                </a:cubicBezTo>
                <a:lnTo>
                  <a:pt x="388" y="761"/>
                </a:lnTo>
                <a:close/>
                <a:moveTo>
                  <a:pt x="359" y="1026"/>
                </a:moveTo>
                <a:cubicBezTo>
                  <a:pt x="359" y="837"/>
                  <a:pt x="359" y="837"/>
                  <a:pt x="359" y="837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1" y="781"/>
                  <a:pt x="382" y="781"/>
                  <a:pt x="383" y="781"/>
                </a:cubicBezTo>
                <a:cubicBezTo>
                  <a:pt x="385" y="781"/>
                  <a:pt x="387" y="780"/>
                  <a:pt x="388" y="779"/>
                </a:cubicBezTo>
                <a:cubicBezTo>
                  <a:pt x="502" y="935"/>
                  <a:pt x="502" y="935"/>
                  <a:pt x="502" y="935"/>
                </a:cubicBezTo>
                <a:cubicBezTo>
                  <a:pt x="369" y="1032"/>
                  <a:pt x="369" y="1032"/>
                  <a:pt x="369" y="1032"/>
                </a:cubicBezTo>
                <a:cubicBezTo>
                  <a:pt x="367" y="1028"/>
                  <a:pt x="363" y="1026"/>
                  <a:pt x="359" y="1026"/>
                </a:cubicBezTo>
                <a:close/>
                <a:moveTo>
                  <a:pt x="390" y="778"/>
                </a:moveTo>
                <a:cubicBezTo>
                  <a:pt x="392" y="776"/>
                  <a:pt x="393" y="774"/>
                  <a:pt x="393" y="771"/>
                </a:cubicBezTo>
                <a:cubicBezTo>
                  <a:pt x="716" y="771"/>
                  <a:pt x="716" y="771"/>
                  <a:pt x="716" y="771"/>
                </a:cubicBezTo>
                <a:cubicBezTo>
                  <a:pt x="716" y="774"/>
                  <a:pt x="717" y="776"/>
                  <a:pt x="718" y="778"/>
                </a:cubicBezTo>
                <a:cubicBezTo>
                  <a:pt x="504" y="934"/>
                  <a:pt x="504" y="934"/>
                  <a:pt x="504" y="934"/>
                </a:cubicBezTo>
                <a:lnTo>
                  <a:pt x="390" y="778"/>
                </a:lnTo>
                <a:close/>
                <a:moveTo>
                  <a:pt x="720" y="781"/>
                </a:moveTo>
                <a:cubicBezTo>
                  <a:pt x="721" y="783"/>
                  <a:pt x="723" y="784"/>
                  <a:pt x="726" y="786"/>
                </a:cubicBezTo>
                <a:cubicBezTo>
                  <a:pt x="626" y="1091"/>
                  <a:pt x="626" y="1091"/>
                  <a:pt x="626" y="1091"/>
                </a:cubicBezTo>
                <a:cubicBezTo>
                  <a:pt x="626" y="1091"/>
                  <a:pt x="625" y="1091"/>
                  <a:pt x="624" y="1091"/>
                </a:cubicBezTo>
                <a:cubicBezTo>
                  <a:pt x="622" y="1091"/>
                  <a:pt x="620" y="1092"/>
                  <a:pt x="619" y="1093"/>
                </a:cubicBezTo>
                <a:cubicBezTo>
                  <a:pt x="505" y="936"/>
                  <a:pt x="505" y="936"/>
                  <a:pt x="505" y="936"/>
                </a:cubicBezTo>
                <a:lnTo>
                  <a:pt x="720" y="781"/>
                </a:lnTo>
                <a:close/>
                <a:moveTo>
                  <a:pt x="629" y="1092"/>
                </a:moveTo>
                <a:cubicBezTo>
                  <a:pt x="728" y="786"/>
                  <a:pt x="728" y="786"/>
                  <a:pt x="728" y="786"/>
                </a:cubicBezTo>
                <a:cubicBezTo>
                  <a:pt x="729" y="787"/>
                  <a:pt x="731" y="787"/>
                  <a:pt x="732" y="787"/>
                </a:cubicBezTo>
                <a:cubicBezTo>
                  <a:pt x="733" y="787"/>
                  <a:pt x="734" y="787"/>
                  <a:pt x="736" y="786"/>
                </a:cubicBezTo>
                <a:cubicBezTo>
                  <a:pt x="817" y="1038"/>
                  <a:pt x="817" y="1038"/>
                  <a:pt x="817" y="1038"/>
                </a:cubicBezTo>
                <a:cubicBezTo>
                  <a:pt x="633" y="1098"/>
                  <a:pt x="633" y="1098"/>
                  <a:pt x="633" y="1098"/>
                </a:cubicBezTo>
                <a:cubicBezTo>
                  <a:pt x="632" y="1095"/>
                  <a:pt x="631" y="1093"/>
                  <a:pt x="629" y="1092"/>
                </a:cubicBezTo>
                <a:close/>
                <a:moveTo>
                  <a:pt x="739" y="785"/>
                </a:moveTo>
                <a:cubicBezTo>
                  <a:pt x="741" y="784"/>
                  <a:pt x="743" y="782"/>
                  <a:pt x="744" y="780"/>
                </a:cubicBezTo>
                <a:cubicBezTo>
                  <a:pt x="1005" y="970"/>
                  <a:pt x="1005" y="970"/>
                  <a:pt x="1005" y="970"/>
                </a:cubicBezTo>
                <a:cubicBezTo>
                  <a:pt x="1005" y="972"/>
                  <a:pt x="1004" y="973"/>
                  <a:pt x="1004" y="975"/>
                </a:cubicBezTo>
                <a:cubicBezTo>
                  <a:pt x="1004" y="976"/>
                  <a:pt x="1004" y="976"/>
                  <a:pt x="1004" y="977"/>
                </a:cubicBezTo>
                <a:cubicBezTo>
                  <a:pt x="820" y="1037"/>
                  <a:pt x="820" y="1037"/>
                  <a:pt x="820" y="1037"/>
                </a:cubicBezTo>
                <a:lnTo>
                  <a:pt x="739" y="785"/>
                </a:lnTo>
                <a:close/>
                <a:moveTo>
                  <a:pt x="1016" y="964"/>
                </a:moveTo>
                <a:cubicBezTo>
                  <a:pt x="1016" y="772"/>
                  <a:pt x="1016" y="772"/>
                  <a:pt x="1016" y="772"/>
                </a:cubicBezTo>
                <a:cubicBezTo>
                  <a:pt x="1180" y="772"/>
                  <a:pt x="1180" y="772"/>
                  <a:pt x="1180" y="772"/>
                </a:cubicBezTo>
                <a:cubicBezTo>
                  <a:pt x="1180" y="776"/>
                  <a:pt x="1182" y="779"/>
                  <a:pt x="1184" y="782"/>
                </a:cubicBezTo>
                <a:cubicBezTo>
                  <a:pt x="1072" y="936"/>
                  <a:pt x="1072" y="936"/>
                  <a:pt x="1072" y="936"/>
                </a:cubicBezTo>
                <a:cubicBezTo>
                  <a:pt x="1022" y="969"/>
                  <a:pt x="1022" y="969"/>
                  <a:pt x="1022" y="969"/>
                </a:cubicBezTo>
                <a:cubicBezTo>
                  <a:pt x="1021" y="966"/>
                  <a:pt x="1018" y="965"/>
                  <a:pt x="1016" y="964"/>
                </a:cubicBezTo>
                <a:close/>
                <a:moveTo>
                  <a:pt x="1187" y="784"/>
                </a:moveTo>
                <a:cubicBezTo>
                  <a:pt x="1189" y="785"/>
                  <a:pt x="1192" y="786"/>
                  <a:pt x="1195" y="786"/>
                </a:cubicBezTo>
                <a:cubicBezTo>
                  <a:pt x="1196" y="786"/>
                  <a:pt x="1196" y="786"/>
                  <a:pt x="1197" y="786"/>
                </a:cubicBezTo>
                <a:cubicBezTo>
                  <a:pt x="1212" y="843"/>
                  <a:pt x="1212" y="843"/>
                  <a:pt x="1212" y="843"/>
                </a:cubicBezTo>
                <a:cubicBezTo>
                  <a:pt x="1080" y="931"/>
                  <a:pt x="1080" y="931"/>
                  <a:pt x="1080" y="931"/>
                </a:cubicBezTo>
                <a:lnTo>
                  <a:pt x="1187" y="784"/>
                </a:lnTo>
                <a:close/>
                <a:moveTo>
                  <a:pt x="1200" y="785"/>
                </a:moveTo>
                <a:cubicBezTo>
                  <a:pt x="1205" y="783"/>
                  <a:pt x="1209" y="778"/>
                  <a:pt x="1210" y="772"/>
                </a:cubicBezTo>
                <a:cubicBezTo>
                  <a:pt x="1314" y="771"/>
                  <a:pt x="1314" y="771"/>
                  <a:pt x="1314" y="771"/>
                </a:cubicBezTo>
                <a:cubicBezTo>
                  <a:pt x="1314" y="773"/>
                  <a:pt x="1314" y="774"/>
                  <a:pt x="1315" y="775"/>
                </a:cubicBezTo>
                <a:cubicBezTo>
                  <a:pt x="1215" y="841"/>
                  <a:pt x="1215" y="841"/>
                  <a:pt x="1215" y="841"/>
                </a:cubicBezTo>
                <a:lnTo>
                  <a:pt x="1200" y="785"/>
                </a:lnTo>
                <a:close/>
                <a:moveTo>
                  <a:pt x="1314" y="768"/>
                </a:moveTo>
                <a:cubicBezTo>
                  <a:pt x="1210" y="768"/>
                  <a:pt x="1210" y="768"/>
                  <a:pt x="1210" y="768"/>
                </a:cubicBezTo>
                <a:cubicBezTo>
                  <a:pt x="1209" y="762"/>
                  <a:pt x="1205" y="757"/>
                  <a:pt x="1200" y="755"/>
                </a:cubicBezTo>
                <a:cubicBezTo>
                  <a:pt x="1215" y="699"/>
                  <a:pt x="1215" y="699"/>
                  <a:pt x="1215" y="699"/>
                </a:cubicBezTo>
                <a:cubicBezTo>
                  <a:pt x="1315" y="765"/>
                  <a:pt x="1315" y="765"/>
                  <a:pt x="1315" y="765"/>
                </a:cubicBezTo>
                <a:cubicBezTo>
                  <a:pt x="1314" y="766"/>
                  <a:pt x="1314" y="767"/>
                  <a:pt x="1314" y="768"/>
                </a:cubicBezTo>
                <a:close/>
                <a:moveTo>
                  <a:pt x="1069" y="600"/>
                </a:moveTo>
                <a:cubicBezTo>
                  <a:pt x="1023" y="570"/>
                  <a:pt x="1023" y="570"/>
                  <a:pt x="1023" y="570"/>
                </a:cubicBezTo>
                <a:cubicBezTo>
                  <a:pt x="1024" y="568"/>
                  <a:pt x="1024" y="567"/>
                  <a:pt x="1024" y="565"/>
                </a:cubicBezTo>
                <a:cubicBezTo>
                  <a:pt x="1024" y="563"/>
                  <a:pt x="1024" y="561"/>
                  <a:pt x="1023" y="560"/>
                </a:cubicBezTo>
                <a:cubicBezTo>
                  <a:pt x="1034" y="552"/>
                  <a:pt x="1034" y="552"/>
                  <a:pt x="1034" y="552"/>
                </a:cubicBezTo>
                <a:lnTo>
                  <a:pt x="1069" y="600"/>
                </a:lnTo>
                <a:close/>
                <a:moveTo>
                  <a:pt x="1022" y="558"/>
                </a:moveTo>
                <a:cubicBezTo>
                  <a:pt x="1020" y="556"/>
                  <a:pt x="1018" y="554"/>
                  <a:pt x="1014" y="554"/>
                </a:cubicBezTo>
                <a:cubicBezTo>
                  <a:pt x="1014" y="554"/>
                  <a:pt x="1013" y="554"/>
                  <a:pt x="1013" y="554"/>
                </a:cubicBezTo>
                <a:cubicBezTo>
                  <a:pt x="998" y="502"/>
                  <a:pt x="998" y="502"/>
                  <a:pt x="998" y="502"/>
                </a:cubicBezTo>
                <a:cubicBezTo>
                  <a:pt x="1033" y="550"/>
                  <a:pt x="1033" y="550"/>
                  <a:pt x="1033" y="550"/>
                </a:cubicBezTo>
                <a:lnTo>
                  <a:pt x="1022" y="558"/>
                </a:lnTo>
                <a:close/>
                <a:moveTo>
                  <a:pt x="1010" y="555"/>
                </a:moveTo>
                <a:cubicBezTo>
                  <a:pt x="1008" y="556"/>
                  <a:pt x="1006" y="558"/>
                  <a:pt x="1005" y="561"/>
                </a:cubicBezTo>
                <a:cubicBezTo>
                  <a:pt x="821" y="501"/>
                  <a:pt x="821" y="501"/>
                  <a:pt x="821" y="501"/>
                </a:cubicBezTo>
                <a:cubicBezTo>
                  <a:pt x="871" y="346"/>
                  <a:pt x="871" y="346"/>
                  <a:pt x="871" y="346"/>
                </a:cubicBezTo>
                <a:cubicBezTo>
                  <a:pt x="873" y="346"/>
                  <a:pt x="874" y="346"/>
                  <a:pt x="875" y="346"/>
                </a:cubicBezTo>
                <a:cubicBezTo>
                  <a:pt x="878" y="346"/>
                  <a:pt x="881" y="345"/>
                  <a:pt x="883" y="344"/>
                </a:cubicBezTo>
                <a:cubicBezTo>
                  <a:pt x="994" y="497"/>
                  <a:pt x="994" y="497"/>
                  <a:pt x="994" y="497"/>
                </a:cubicBezTo>
                <a:lnTo>
                  <a:pt x="1010" y="555"/>
                </a:lnTo>
                <a:close/>
                <a:moveTo>
                  <a:pt x="885" y="342"/>
                </a:moveTo>
                <a:cubicBezTo>
                  <a:pt x="888" y="339"/>
                  <a:pt x="889" y="336"/>
                  <a:pt x="890" y="332"/>
                </a:cubicBezTo>
                <a:cubicBezTo>
                  <a:pt x="950" y="336"/>
                  <a:pt x="950" y="336"/>
                  <a:pt x="950" y="336"/>
                </a:cubicBezTo>
                <a:cubicBezTo>
                  <a:pt x="992" y="488"/>
                  <a:pt x="992" y="488"/>
                  <a:pt x="992" y="488"/>
                </a:cubicBezTo>
                <a:lnTo>
                  <a:pt x="885" y="342"/>
                </a:lnTo>
                <a:close/>
                <a:moveTo>
                  <a:pt x="910" y="217"/>
                </a:moveTo>
                <a:cubicBezTo>
                  <a:pt x="879" y="314"/>
                  <a:pt x="879" y="314"/>
                  <a:pt x="879" y="314"/>
                </a:cubicBezTo>
                <a:cubicBezTo>
                  <a:pt x="877" y="314"/>
                  <a:pt x="876" y="314"/>
                  <a:pt x="875" y="314"/>
                </a:cubicBezTo>
                <a:cubicBezTo>
                  <a:pt x="870" y="314"/>
                  <a:pt x="865" y="316"/>
                  <a:pt x="863" y="321"/>
                </a:cubicBezTo>
                <a:cubicBezTo>
                  <a:pt x="813" y="289"/>
                  <a:pt x="813" y="289"/>
                  <a:pt x="813" y="289"/>
                </a:cubicBezTo>
                <a:cubicBezTo>
                  <a:pt x="907" y="214"/>
                  <a:pt x="907" y="214"/>
                  <a:pt x="907" y="214"/>
                </a:cubicBezTo>
                <a:cubicBezTo>
                  <a:pt x="908" y="215"/>
                  <a:pt x="909" y="216"/>
                  <a:pt x="910" y="217"/>
                </a:cubicBezTo>
                <a:close/>
                <a:moveTo>
                  <a:pt x="861" y="323"/>
                </a:moveTo>
                <a:cubicBezTo>
                  <a:pt x="860" y="325"/>
                  <a:pt x="860" y="327"/>
                  <a:pt x="860" y="330"/>
                </a:cubicBezTo>
                <a:cubicBezTo>
                  <a:pt x="860" y="331"/>
                  <a:pt x="860" y="332"/>
                  <a:pt x="860" y="333"/>
                </a:cubicBezTo>
                <a:cubicBezTo>
                  <a:pt x="687" y="389"/>
                  <a:pt x="687" y="389"/>
                  <a:pt x="687" y="389"/>
                </a:cubicBezTo>
                <a:cubicBezTo>
                  <a:pt x="811" y="291"/>
                  <a:pt x="811" y="291"/>
                  <a:pt x="811" y="291"/>
                </a:cubicBezTo>
                <a:lnTo>
                  <a:pt x="861" y="323"/>
                </a:lnTo>
                <a:close/>
                <a:moveTo>
                  <a:pt x="861" y="336"/>
                </a:moveTo>
                <a:cubicBezTo>
                  <a:pt x="862" y="340"/>
                  <a:pt x="865" y="343"/>
                  <a:pt x="869" y="345"/>
                </a:cubicBezTo>
                <a:cubicBezTo>
                  <a:pt x="818" y="500"/>
                  <a:pt x="818" y="500"/>
                  <a:pt x="818" y="500"/>
                </a:cubicBezTo>
                <a:cubicBezTo>
                  <a:pt x="634" y="440"/>
                  <a:pt x="634" y="440"/>
                  <a:pt x="634" y="440"/>
                </a:cubicBezTo>
                <a:cubicBezTo>
                  <a:pt x="634" y="439"/>
                  <a:pt x="634" y="439"/>
                  <a:pt x="634" y="438"/>
                </a:cubicBezTo>
                <a:cubicBezTo>
                  <a:pt x="634" y="436"/>
                  <a:pt x="634" y="434"/>
                  <a:pt x="633" y="433"/>
                </a:cubicBezTo>
                <a:cubicBezTo>
                  <a:pt x="680" y="395"/>
                  <a:pt x="680" y="395"/>
                  <a:pt x="680" y="395"/>
                </a:cubicBezTo>
                <a:lnTo>
                  <a:pt x="861" y="336"/>
                </a:lnTo>
                <a:close/>
                <a:moveTo>
                  <a:pt x="632" y="431"/>
                </a:moveTo>
                <a:cubicBezTo>
                  <a:pt x="630" y="429"/>
                  <a:pt x="627" y="427"/>
                  <a:pt x="624" y="427"/>
                </a:cubicBezTo>
                <a:cubicBezTo>
                  <a:pt x="623" y="427"/>
                  <a:pt x="623" y="427"/>
                  <a:pt x="622" y="428"/>
                </a:cubicBezTo>
                <a:cubicBezTo>
                  <a:pt x="618" y="415"/>
                  <a:pt x="618" y="415"/>
                  <a:pt x="618" y="415"/>
                </a:cubicBezTo>
                <a:cubicBezTo>
                  <a:pt x="675" y="397"/>
                  <a:pt x="675" y="397"/>
                  <a:pt x="675" y="397"/>
                </a:cubicBezTo>
                <a:lnTo>
                  <a:pt x="632" y="431"/>
                </a:lnTo>
                <a:close/>
                <a:moveTo>
                  <a:pt x="620" y="428"/>
                </a:moveTo>
                <a:cubicBezTo>
                  <a:pt x="617" y="430"/>
                  <a:pt x="615" y="433"/>
                  <a:pt x="614" y="436"/>
                </a:cubicBezTo>
                <a:cubicBezTo>
                  <a:pt x="560" y="434"/>
                  <a:pt x="560" y="434"/>
                  <a:pt x="560" y="434"/>
                </a:cubicBezTo>
                <a:cubicBezTo>
                  <a:pt x="616" y="416"/>
                  <a:pt x="616" y="416"/>
                  <a:pt x="616" y="416"/>
                </a:cubicBezTo>
                <a:lnTo>
                  <a:pt x="620" y="428"/>
                </a:lnTo>
                <a:close/>
                <a:moveTo>
                  <a:pt x="614" y="439"/>
                </a:moveTo>
                <a:cubicBezTo>
                  <a:pt x="614" y="442"/>
                  <a:pt x="615" y="444"/>
                  <a:pt x="617" y="446"/>
                </a:cubicBezTo>
                <a:cubicBezTo>
                  <a:pt x="504" y="602"/>
                  <a:pt x="504" y="602"/>
                  <a:pt x="504" y="602"/>
                </a:cubicBezTo>
                <a:cubicBezTo>
                  <a:pt x="371" y="506"/>
                  <a:pt x="371" y="506"/>
                  <a:pt x="371" y="506"/>
                </a:cubicBezTo>
                <a:cubicBezTo>
                  <a:pt x="372" y="504"/>
                  <a:pt x="373" y="501"/>
                  <a:pt x="373" y="498"/>
                </a:cubicBezTo>
                <a:cubicBezTo>
                  <a:pt x="373" y="497"/>
                  <a:pt x="373" y="496"/>
                  <a:pt x="373" y="495"/>
                </a:cubicBezTo>
                <a:cubicBezTo>
                  <a:pt x="553" y="436"/>
                  <a:pt x="553" y="436"/>
                  <a:pt x="553" y="436"/>
                </a:cubicBezTo>
                <a:lnTo>
                  <a:pt x="614" y="439"/>
                </a:lnTo>
                <a:close/>
                <a:moveTo>
                  <a:pt x="372" y="492"/>
                </a:moveTo>
                <a:cubicBezTo>
                  <a:pt x="370" y="488"/>
                  <a:pt x="368" y="486"/>
                  <a:pt x="365" y="484"/>
                </a:cubicBezTo>
                <a:cubicBezTo>
                  <a:pt x="386" y="429"/>
                  <a:pt x="386" y="429"/>
                  <a:pt x="386" y="429"/>
                </a:cubicBezTo>
                <a:cubicBezTo>
                  <a:pt x="544" y="436"/>
                  <a:pt x="544" y="436"/>
                  <a:pt x="544" y="436"/>
                </a:cubicBezTo>
                <a:lnTo>
                  <a:pt x="372" y="492"/>
                </a:lnTo>
                <a:close/>
                <a:moveTo>
                  <a:pt x="261" y="429"/>
                </a:moveTo>
                <a:cubicBezTo>
                  <a:pt x="345" y="490"/>
                  <a:pt x="345" y="490"/>
                  <a:pt x="345" y="490"/>
                </a:cubicBezTo>
                <a:cubicBezTo>
                  <a:pt x="343" y="492"/>
                  <a:pt x="343" y="495"/>
                  <a:pt x="343" y="498"/>
                </a:cubicBezTo>
                <a:cubicBezTo>
                  <a:pt x="343" y="501"/>
                  <a:pt x="343" y="504"/>
                  <a:pt x="345" y="507"/>
                </a:cubicBezTo>
                <a:cubicBezTo>
                  <a:pt x="300" y="544"/>
                  <a:pt x="300" y="544"/>
                  <a:pt x="300" y="544"/>
                </a:cubicBezTo>
                <a:cubicBezTo>
                  <a:pt x="258" y="432"/>
                  <a:pt x="258" y="432"/>
                  <a:pt x="258" y="432"/>
                </a:cubicBezTo>
                <a:cubicBezTo>
                  <a:pt x="259" y="431"/>
                  <a:pt x="260" y="430"/>
                  <a:pt x="261" y="429"/>
                </a:cubicBezTo>
                <a:close/>
                <a:moveTo>
                  <a:pt x="347" y="509"/>
                </a:moveTo>
                <a:cubicBezTo>
                  <a:pt x="349" y="512"/>
                  <a:pt x="352" y="514"/>
                  <a:pt x="356" y="514"/>
                </a:cubicBezTo>
                <a:cubicBezTo>
                  <a:pt x="356" y="695"/>
                  <a:pt x="356" y="695"/>
                  <a:pt x="356" y="695"/>
                </a:cubicBezTo>
                <a:cubicBezTo>
                  <a:pt x="301" y="547"/>
                  <a:pt x="301" y="547"/>
                  <a:pt x="301" y="547"/>
                </a:cubicBezTo>
                <a:lnTo>
                  <a:pt x="347" y="509"/>
                </a:lnTo>
                <a:close/>
                <a:moveTo>
                  <a:pt x="356" y="1026"/>
                </a:moveTo>
                <a:cubicBezTo>
                  <a:pt x="352" y="1026"/>
                  <a:pt x="349" y="1028"/>
                  <a:pt x="347" y="1031"/>
                </a:cubicBezTo>
                <a:cubicBezTo>
                  <a:pt x="301" y="993"/>
                  <a:pt x="301" y="993"/>
                  <a:pt x="301" y="993"/>
                </a:cubicBezTo>
                <a:cubicBezTo>
                  <a:pt x="356" y="845"/>
                  <a:pt x="356" y="845"/>
                  <a:pt x="356" y="845"/>
                </a:cubicBezTo>
                <a:lnTo>
                  <a:pt x="356" y="1026"/>
                </a:lnTo>
                <a:close/>
                <a:moveTo>
                  <a:pt x="365" y="1056"/>
                </a:moveTo>
                <a:cubicBezTo>
                  <a:pt x="368" y="1054"/>
                  <a:pt x="370" y="1052"/>
                  <a:pt x="372" y="1048"/>
                </a:cubicBezTo>
                <a:cubicBezTo>
                  <a:pt x="544" y="1104"/>
                  <a:pt x="544" y="1104"/>
                  <a:pt x="544" y="1104"/>
                </a:cubicBezTo>
                <a:cubicBezTo>
                  <a:pt x="386" y="1111"/>
                  <a:pt x="386" y="1111"/>
                  <a:pt x="386" y="1111"/>
                </a:cubicBezTo>
                <a:lnTo>
                  <a:pt x="365" y="1056"/>
                </a:lnTo>
                <a:close/>
                <a:moveTo>
                  <a:pt x="373" y="1045"/>
                </a:moveTo>
                <a:cubicBezTo>
                  <a:pt x="373" y="1044"/>
                  <a:pt x="373" y="1043"/>
                  <a:pt x="373" y="1042"/>
                </a:cubicBezTo>
                <a:cubicBezTo>
                  <a:pt x="373" y="1039"/>
                  <a:pt x="372" y="1036"/>
                  <a:pt x="371" y="1034"/>
                </a:cubicBezTo>
                <a:cubicBezTo>
                  <a:pt x="504" y="938"/>
                  <a:pt x="504" y="938"/>
                  <a:pt x="504" y="938"/>
                </a:cubicBezTo>
                <a:cubicBezTo>
                  <a:pt x="617" y="1094"/>
                  <a:pt x="617" y="1094"/>
                  <a:pt x="617" y="1094"/>
                </a:cubicBezTo>
                <a:cubicBezTo>
                  <a:pt x="615" y="1096"/>
                  <a:pt x="614" y="1098"/>
                  <a:pt x="614" y="1101"/>
                </a:cubicBezTo>
                <a:cubicBezTo>
                  <a:pt x="553" y="1104"/>
                  <a:pt x="553" y="1104"/>
                  <a:pt x="553" y="1104"/>
                </a:cubicBezTo>
                <a:lnTo>
                  <a:pt x="373" y="1045"/>
                </a:lnTo>
                <a:close/>
                <a:moveTo>
                  <a:pt x="614" y="1104"/>
                </a:moveTo>
                <a:cubicBezTo>
                  <a:pt x="615" y="1107"/>
                  <a:pt x="617" y="1110"/>
                  <a:pt x="620" y="1112"/>
                </a:cubicBezTo>
                <a:cubicBezTo>
                  <a:pt x="616" y="1124"/>
                  <a:pt x="616" y="1124"/>
                  <a:pt x="616" y="1124"/>
                </a:cubicBezTo>
                <a:cubicBezTo>
                  <a:pt x="560" y="1106"/>
                  <a:pt x="560" y="1106"/>
                  <a:pt x="560" y="1106"/>
                </a:cubicBezTo>
                <a:lnTo>
                  <a:pt x="614" y="1104"/>
                </a:lnTo>
                <a:close/>
                <a:moveTo>
                  <a:pt x="622" y="1112"/>
                </a:moveTo>
                <a:cubicBezTo>
                  <a:pt x="623" y="1113"/>
                  <a:pt x="623" y="1113"/>
                  <a:pt x="624" y="1113"/>
                </a:cubicBezTo>
                <a:cubicBezTo>
                  <a:pt x="627" y="1113"/>
                  <a:pt x="630" y="1111"/>
                  <a:pt x="632" y="1109"/>
                </a:cubicBezTo>
                <a:cubicBezTo>
                  <a:pt x="675" y="1143"/>
                  <a:pt x="675" y="1143"/>
                  <a:pt x="675" y="1143"/>
                </a:cubicBezTo>
                <a:cubicBezTo>
                  <a:pt x="618" y="1125"/>
                  <a:pt x="618" y="1125"/>
                  <a:pt x="618" y="1125"/>
                </a:cubicBezTo>
                <a:lnTo>
                  <a:pt x="622" y="1112"/>
                </a:lnTo>
                <a:close/>
                <a:moveTo>
                  <a:pt x="633" y="1107"/>
                </a:moveTo>
                <a:cubicBezTo>
                  <a:pt x="634" y="1106"/>
                  <a:pt x="634" y="1104"/>
                  <a:pt x="634" y="1102"/>
                </a:cubicBezTo>
                <a:cubicBezTo>
                  <a:pt x="634" y="1101"/>
                  <a:pt x="634" y="1101"/>
                  <a:pt x="634" y="1100"/>
                </a:cubicBezTo>
                <a:cubicBezTo>
                  <a:pt x="818" y="1040"/>
                  <a:pt x="818" y="1040"/>
                  <a:pt x="818" y="1040"/>
                </a:cubicBezTo>
                <a:cubicBezTo>
                  <a:pt x="869" y="1195"/>
                  <a:pt x="869" y="1195"/>
                  <a:pt x="869" y="1195"/>
                </a:cubicBezTo>
                <a:cubicBezTo>
                  <a:pt x="865" y="1197"/>
                  <a:pt x="862" y="1200"/>
                  <a:pt x="861" y="1204"/>
                </a:cubicBezTo>
                <a:cubicBezTo>
                  <a:pt x="680" y="1145"/>
                  <a:pt x="680" y="1145"/>
                  <a:pt x="680" y="1145"/>
                </a:cubicBezTo>
                <a:lnTo>
                  <a:pt x="633" y="1107"/>
                </a:lnTo>
                <a:close/>
                <a:moveTo>
                  <a:pt x="860" y="1207"/>
                </a:moveTo>
                <a:cubicBezTo>
                  <a:pt x="860" y="1208"/>
                  <a:pt x="860" y="1209"/>
                  <a:pt x="860" y="1210"/>
                </a:cubicBezTo>
                <a:cubicBezTo>
                  <a:pt x="860" y="1213"/>
                  <a:pt x="860" y="1215"/>
                  <a:pt x="861" y="1217"/>
                </a:cubicBezTo>
                <a:cubicBezTo>
                  <a:pt x="811" y="1249"/>
                  <a:pt x="811" y="1249"/>
                  <a:pt x="811" y="1249"/>
                </a:cubicBezTo>
                <a:cubicBezTo>
                  <a:pt x="687" y="1151"/>
                  <a:pt x="687" y="1151"/>
                  <a:pt x="687" y="1151"/>
                </a:cubicBezTo>
                <a:lnTo>
                  <a:pt x="860" y="1207"/>
                </a:lnTo>
                <a:close/>
                <a:moveTo>
                  <a:pt x="890" y="1208"/>
                </a:moveTo>
                <a:cubicBezTo>
                  <a:pt x="889" y="1204"/>
                  <a:pt x="888" y="1201"/>
                  <a:pt x="885" y="1198"/>
                </a:cubicBezTo>
                <a:cubicBezTo>
                  <a:pt x="992" y="1052"/>
                  <a:pt x="992" y="1052"/>
                  <a:pt x="992" y="1052"/>
                </a:cubicBezTo>
                <a:cubicBezTo>
                  <a:pt x="950" y="1204"/>
                  <a:pt x="950" y="1204"/>
                  <a:pt x="950" y="1204"/>
                </a:cubicBezTo>
                <a:lnTo>
                  <a:pt x="890" y="1208"/>
                </a:lnTo>
                <a:close/>
                <a:moveTo>
                  <a:pt x="883" y="1196"/>
                </a:moveTo>
                <a:cubicBezTo>
                  <a:pt x="881" y="1195"/>
                  <a:pt x="878" y="1194"/>
                  <a:pt x="875" y="1194"/>
                </a:cubicBezTo>
                <a:cubicBezTo>
                  <a:pt x="874" y="1194"/>
                  <a:pt x="873" y="1194"/>
                  <a:pt x="871" y="1194"/>
                </a:cubicBezTo>
                <a:cubicBezTo>
                  <a:pt x="821" y="1039"/>
                  <a:pt x="821" y="1039"/>
                  <a:pt x="821" y="1039"/>
                </a:cubicBezTo>
                <a:cubicBezTo>
                  <a:pt x="1005" y="979"/>
                  <a:pt x="1005" y="979"/>
                  <a:pt x="1005" y="979"/>
                </a:cubicBezTo>
                <a:cubicBezTo>
                  <a:pt x="1006" y="982"/>
                  <a:pt x="1008" y="984"/>
                  <a:pt x="1010" y="985"/>
                </a:cubicBezTo>
                <a:cubicBezTo>
                  <a:pt x="994" y="1043"/>
                  <a:pt x="994" y="1043"/>
                  <a:pt x="994" y="1043"/>
                </a:cubicBezTo>
                <a:lnTo>
                  <a:pt x="883" y="1196"/>
                </a:lnTo>
                <a:close/>
                <a:moveTo>
                  <a:pt x="1013" y="986"/>
                </a:moveTo>
                <a:cubicBezTo>
                  <a:pt x="1013" y="986"/>
                  <a:pt x="1014" y="986"/>
                  <a:pt x="1014" y="986"/>
                </a:cubicBezTo>
                <a:cubicBezTo>
                  <a:pt x="1018" y="986"/>
                  <a:pt x="1020" y="984"/>
                  <a:pt x="1022" y="982"/>
                </a:cubicBezTo>
                <a:cubicBezTo>
                  <a:pt x="1033" y="990"/>
                  <a:pt x="1033" y="990"/>
                  <a:pt x="1033" y="990"/>
                </a:cubicBezTo>
                <a:cubicBezTo>
                  <a:pt x="998" y="1038"/>
                  <a:pt x="998" y="1038"/>
                  <a:pt x="998" y="1038"/>
                </a:cubicBezTo>
                <a:lnTo>
                  <a:pt x="1013" y="986"/>
                </a:lnTo>
                <a:close/>
                <a:moveTo>
                  <a:pt x="1023" y="980"/>
                </a:moveTo>
                <a:cubicBezTo>
                  <a:pt x="1024" y="979"/>
                  <a:pt x="1024" y="977"/>
                  <a:pt x="1024" y="975"/>
                </a:cubicBezTo>
                <a:cubicBezTo>
                  <a:pt x="1024" y="973"/>
                  <a:pt x="1024" y="972"/>
                  <a:pt x="1023" y="970"/>
                </a:cubicBezTo>
                <a:cubicBezTo>
                  <a:pt x="1069" y="940"/>
                  <a:pt x="1069" y="940"/>
                  <a:pt x="1069" y="940"/>
                </a:cubicBezTo>
                <a:cubicBezTo>
                  <a:pt x="1034" y="988"/>
                  <a:pt x="1034" y="988"/>
                  <a:pt x="1034" y="988"/>
                </a:cubicBezTo>
                <a:lnTo>
                  <a:pt x="1023" y="980"/>
                </a:lnTo>
                <a:close/>
                <a:moveTo>
                  <a:pt x="1077" y="935"/>
                </a:moveTo>
                <a:cubicBezTo>
                  <a:pt x="1213" y="845"/>
                  <a:pt x="1213" y="845"/>
                  <a:pt x="1213" y="845"/>
                </a:cubicBezTo>
                <a:cubicBezTo>
                  <a:pt x="1263" y="1040"/>
                  <a:pt x="1263" y="1040"/>
                  <a:pt x="1263" y="1040"/>
                </a:cubicBezTo>
                <a:cubicBezTo>
                  <a:pt x="1243" y="1129"/>
                  <a:pt x="1243" y="1129"/>
                  <a:pt x="1243" y="1129"/>
                </a:cubicBezTo>
                <a:cubicBezTo>
                  <a:pt x="1243" y="1129"/>
                  <a:pt x="1243" y="1129"/>
                  <a:pt x="1242" y="1129"/>
                </a:cubicBezTo>
                <a:cubicBezTo>
                  <a:pt x="1239" y="1129"/>
                  <a:pt x="1235" y="1130"/>
                  <a:pt x="1233" y="1133"/>
                </a:cubicBezTo>
                <a:cubicBezTo>
                  <a:pt x="1037" y="990"/>
                  <a:pt x="1037" y="990"/>
                  <a:pt x="1037" y="990"/>
                </a:cubicBezTo>
                <a:lnTo>
                  <a:pt x="1077" y="935"/>
                </a:lnTo>
                <a:close/>
                <a:moveTo>
                  <a:pt x="1246" y="1129"/>
                </a:moveTo>
                <a:cubicBezTo>
                  <a:pt x="1265" y="1045"/>
                  <a:pt x="1265" y="1045"/>
                  <a:pt x="1265" y="1045"/>
                </a:cubicBezTo>
                <a:cubicBezTo>
                  <a:pt x="1282" y="1113"/>
                  <a:pt x="1282" y="1113"/>
                  <a:pt x="1282" y="1113"/>
                </a:cubicBezTo>
                <a:cubicBezTo>
                  <a:pt x="1251" y="1134"/>
                  <a:pt x="1251" y="1134"/>
                  <a:pt x="1251" y="1134"/>
                </a:cubicBezTo>
                <a:cubicBezTo>
                  <a:pt x="1250" y="1132"/>
                  <a:pt x="1248" y="1130"/>
                  <a:pt x="1246" y="1129"/>
                </a:cubicBezTo>
                <a:close/>
                <a:moveTo>
                  <a:pt x="1215" y="843"/>
                </a:moveTo>
                <a:cubicBezTo>
                  <a:pt x="1316" y="777"/>
                  <a:pt x="1316" y="777"/>
                  <a:pt x="1316" y="777"/>
                </a:cubicBezTo>
                <a:cubicBezTo>
                  <a:pt x="1317" y="779"/>
                  <a:pt x="1319" y="780"/>
                  <a:pt x="1321" y="781"/>
                </a:cubicBezTo>
                <a:cubicBezTo>
                  <a:pt x="1265" y="1033"/>
                  <a:pt x="1265" y="1033"/>
                  <a:pt x="1265" y="1033"/>
                </a:cubicBezTo>
                <a:lnTo>
                  <a:pt x="1215" y="843"/>
                </a:lnTo>
                <a:close/>
                <a:moveTo>
                  <a:pt x="1316" y="763"/>
                </a:moveTo>
                <a:cubicBezTo>
                  <a:pt x="1215" y="697"/>
                  <a:pt x="1215" y="697"/>
                  <a:pt x="1215" y="697"/>
                </a:cubicBezTo>
                <a:cubicBezTo>
                  <a:pt x="1265" y="506"/>
                  <a:pt x="1265" y="506"/>
                  <a:pt x="1265" y="506"/>
                </a:cubicBezTo>
                <a:cubicBezTo>
                  <a:pt x="1321" y="759"/>
                  <a:pt x="1321" y="759"/>
                  <a:pt x="1321" y="759"/>
                </a:cubicBezTo>
                <a:cubicBezTo>
                  <a:pt x="1319" y="760"/>
                  <a:pt x="1317" y="761"/>
                  <a:pt x="1316" y="763"/>
                </a:cubicBezTo>
                <a:close/>
                <a:moveTo>
                  <a:pt x="1238" y="388"/>
                </a:moveTo>
                <a:cubicBezTo>
                  <a:pt x="1236" y="389"/>
                  <a:pt x="1234" y="391"/>
                  <a:pt x="1233" y="393"/>
                </a:cubicBezTo>
                <a:cubicBezTo>
                  <a:pt x="1158" y="349"/>
                  <a:pt x="1158" y="349"/>
                  <a:pt x="1158" y="349"/>
                </a:cubicBezTo>
                <a:cubicBezTo>
                  <a:pt x="1228" y="353"/>
                  <a:pt x="1228" y="353"/>
                  <a:pt x="1228" y="353"/>
                </a:cubicBezTo>
                <a:lnTo>
                  <a:pt x="1238" y="388"/>
                </a:lnTo>
                <a:close/>
                <a:moveTo>
                  <a:pt x="1232" y="395"/>
                </a:moveTo>
                <a:cubicBezTo>
                  <a:pt x="1231" y="396"/>
                  <a:pt x="1231" y="398"/>
                  <a:pt x="1231" y="399"/>
                </a:cubicBezTo>
                <a:cubicBezTo>
                  <a:pt x="1231" y="402"/>
                  <a:pt x="1232" y="404"/>
                  <a:pt x="1233" y="405"/>
                </a:cubicBezTo>
                <a:cubicBezTo>
                  <a:pt x="1036" y="548"/>
                  <a:pt x="1036" y="548"/>
                  <a:pt x="1036" y="548"/>
                </a:cubicBezTo>
                <a:cubicBezTo>
                  <a:pt x="996" y="494"/>
                  <a:pt x="996" y="494"/>
                  <a:pt x="996" y="494"/>
                </a:cubicBezTo>
                <a:cubicBezTo>
                  <a:pt x="952" y="336"/>
                  <a:pt x="952" y="336"/>
                  <a:pt x="952" y="336"/>
                </a:cubicBezTo>
                <a:cubicBezTo>
                  <a:pt x="1153" y="348"/>
                  <a:pt x="1153" y="348"/>
                  <a:pt x="1153" y="348"/>
                </a:cubicBezTo>
                <a:lnTo>
                  <a:pt x="1232" y="395"/>
                </a:lnTo>
                <a:close/>
                <a:moveTo>
                  <a:pt x="951" y="333"/>
                </a:moveTo>
                <a:cubicBezTo>
                  <a:pt x="919" y="217"/>
                  <a:pt x="919" y="217"/>
                  <a:pt x="919" y="217"/>
                </a:cubicBezTo>
                <a:cubicBezTo>
                  <a:pt x="921" y="216"/>
                  <a:pt x="923" y="215"/>
                  <a:pt x="924" y="213"/>
                </a:cubicBezTo>
                <a:cubicBezTo>
                  <a:pt x="1147" y="345"/>
                  <a:pt x="1147" y="345"/>
                  <a:pt x="1147" y="345"/>
                </a:cubicBezTo>
                <a:lnTo>
                  <a:pt x="951" y="333"/>
                </a:lnTo>
                <a:close/>
                <a:moveTo>
                  <a:pt x="809" y="289"/>
                </a:moveTo>
                <a:cubicBezTo>
                  <a:pt x="681" y="391"/>
                  <a:pt x="681" y="391"/>
                  <a:pt x="681" y="391"/>
                </a:cubicBezTo>
                <a:cubicBezTo>
                  <a:pt x="617" y="412"/>
                  <a:pt x="617" y="412"/>
                  <a:pt x="617" y="412"/>
                </a:cubicBezTo>
                <a:cubicBezTo>
                  <a:pt x="542" y="181"/>
                  <a:pt x="542" y="181"/>
                  <a:pt x="542" y="181"/>
                </a:cubicBezTo>
                <a:cubicBezTo>
                  <a:pt x="545" y="179"/>
                  <a:pt x="547" y="176"/>
                  <a:pt x="548" y="173"/>
                </a:cubicBezTo>
                <a:cubicBezTo>
                  <a:pt x="640" y="181"/>
                  <a:pt x="640" y="181"/>
                  <a:pt x="640" y="181"/>
                </a:cubicBezTo>
                <a:lnTo>
                  <a:pt x="809" y="289"/>
                </a:lnTo>
                <a:close/>
                <a:moveTo>
                  <a:pt x="548" y="170"/>
                </a:moveTo>
                <a:cubicBezTo>
                  <a:pt x="548" y="168"/>
                  <a:pt x="548" y="166"/>
                  <a:pt x="546" y="164"/>
                </a:cubicBezTo>
                <a:cubicBezTo>
                  <a:pt x="576" y="140"/>
                  <a:pt x="576" y="140"/>
                  <a:pt x="576" y="140"/>
                </a:cubicBezTo>
                <a:cubicBezTo>
                  <a:pt x="636" y="179"/>
                  <a:pt x="636" y="179"/>
                  <a:pt x="636" y="179"/>
                </a:cubicBezTo>
                <a:lnTo>
                  <a:pt x="548" y="170"/>
                </a:lnTo>
                <a:close/>
                <a:moveTo>
                  <a:pt x="526" y="171"/>
                </a:moveTo>
                <a:cubicBezTo>
                  <a:pt x="526" y="173"/>
                  <a:pt x="527" y="175"/>
                  <a:pt x="528" y="177"/>
                </a:cubicBezTo>
                <a:cubicBezTo>
                  <a:pt x="463" y="234"/>
                  <a:pt x="463" y="234"/>
                  <a:pt x="463" y="234"/>
                </a:cubicBezTo>
                <a:cubicBezTo>
                  <a:pt x="488" y="169"/>
                  <a:pt x="488" y="169"/>
                  <a:pt x="488" y="169"/>
                </a:cubicBezTo>
                <a:lnTo>
                  <a:pt x="526" y="171"/>
                </a:lnTo>
                <a:close/>
                <a:moveTo>
                  <a:pt x="529" y="179"/>
                </a:moveTo>
                <a:cubicBezTo>
                  <a:pt x="531" y="181"/>
                  <a:pt x="534" y="182"/>
                  <a:pt x="537" y="182"/>
                </a:cubicBezTo>
                <a:cubicBezTo>
                  <a:pt x="538" y="182"/>
                  <a:pt x="539" y="182"/>
                  <a:pt x="540" y="182"/>
                </a:cubicBezTo>
                <a:cubicBezTo>
                  <a:pt x="615" y="413"/>
                  <a:pt x="615" y="413"/>
                  <a:pt x="615" y="413"/>
                </a:cubicBezTo>
                <a:cubicBezTo>
                  <a:pt x="551" y="434"/>
                  <a:pt x="551" y="434"/>
                  <a:pt x="551" y="434"/>
                </a:cubicBezTo>
                <a:cubicBezTo>
                  <a:pt x="387" y="426"/>
                  <a:pt x="387" y="426"/>
                  <a:pt x="387" y="426"/>
                </a:cubicBezTo>
                <a:cubicBezTo>
                  <a:pt x="461" y="240"/>
                  <a:pt x="461" y="240"/>
                  <a:pt x="461" y="240"/>
                </a:cubicBezTo>
                <a:lnTo>
                  <a:pt x="529" y="179"/>
                </a:lnTo>
                <a:close/>
                <a:moveTo>
                  <a:pt x="384" y="426"/>
                </a:moveTo>
                <a:cubicBezTo>
                  <a:pt x="263" y="421"/>
                  <a:pt x="263" y="421"/>
                  <a:pt x="263" y="421"/>
                </a:cubicBezTo>
                <a:cubicBezTo>
                  <a:pt x="263" y="419"/>
                  <a:pt x="263" y="417"/>
                  <a:pt x="262" y="415"/>
                </a:cubicBezTo>
                <a:cubicBezTo>
                  <a:pt x="456" y="244"/>
                  <a:pt x="456" y="244"/>
                  <a:pt x="456" y="244"/>
                </a:cubicBezTo>
                <a:lnTo>
                  <a:pt x="384" y="426"/>
                </a:lnTo>
                <a:close/>
                <a:moveTo>
                  <a:pt x="253" y="433"/>
                </a:moveTo>
                <a:cubicBezTo>
                  <a:pt x="254" y="433"/>
                  <a:pt x="255" y="433"/>
                  <a:pt x="256" y="433"/>
                </a:cubicBezTo>
                <a:cubicBezTo>
                  <a:pt x="298" y="546"/>
                  <a:pt x="298" y="546"/>
                  <a:pt x="298" y="546"/>
                </a:cubicBezTo>
                <a:cubicBezTo>
                  <a:pt x="146" y="671"/>
                  <a:pt x="146" y="671"/>
                  <a:pt x="146" y="671"/>
                </a:cubicBezTo>
                <a:cubicBezTo>
                  <a:pt x="249" y="433"/>
                  <a:pt x="249" y="433"/>
                  <a:pt x="249" y="433"/>
                </a:cubicBezTo>
                <a:cubicBezTo>
                  <a:pt x="250" y="433"/>
                  <a:pt x="251" y="433"/>
                  <a:pt x="253" y="433"/>
                </a:cubicBezTo>
                <a:close/>
                <a:moveTo>
                  <a:pt x="299" y="548"/>
                </a:moveTo>
                <a:cubicBezTo>
                  <a:pt x="356" y="701"/>
                  <a:pt x="356" y="701"/>
                  <a:pt x="356" y="701"/>
                </a:cubicBezTo>
                <a:cubicBezTo>
                  <a:pt x="356" y="769"/>
                  <a:pt x="356" y="769"/>
                  <a:pt x="356" y="769"/>
                </a:cubicBezTo>
                <a:cubicBezTo>
                  <a:pt x="112" y="769"/>
                  <a:pt x="112" y="769"/>
                  <a:pt x="112" y="769"/>
                </a:cubicBezTo>
                <a:cubicBezTo>
                  <a:pt x="112" y="765"/>
                  <a:pt x="110" y="762"/>
                  <a:pt x="107" y="760"/>
                </a:cubicBezTo>
                <a:cubicBezTo>
                  <a:pt x="144" y="676"/>
                  <a:pt x="144" y="676"/>
                  <a:pt x="144" y="676"/>
                </a:cubicBezTo>
                <a:lnTo>
                  <a:pt x="299" y="548"/>
                </a:lnTo>
                <a:close/>
                <a:moveTo>
                  <a:pt x="105" y="759"/>
                </a:moveTo>
                <a:cubicBezTo>
                  <a:pt x="104" y="758"/>
                  <a:pt x="103" y="758"/>
                  <a:pt x="102" y="758"/>
                </a:cubicBezTo>
                <a:cubicBezTo>
                  <a:pt x="100" y="758"/>
                  <a:pt x="99" y="758"/>
                  <a:pt x="98" y="759"/>
                </a:cubicBezTo>
                <a:cubicBezTo>
                  <a:pt x="85" y="724"/>
                  <a:pt x="85" y="724"/>
                  <a:pt x="85" y="724"/>
                </a:cubicBezTo>
                <a:cubicBezTo>
                  <a:pt x="140" y="679"/>
                  <a:pt x="140" y="679"/>
                  <a:pt x="140" y="679"/>
                </a:cubicBezTo>
                <a:lnTo>
                  <a:pt x="105" y="759"/>
                </a:lnTo>
                <a:close/>
                <a:moveTo>
                  <a:pt x="98" y="781"/>
                </a:moveTo>
                <a:cubicBezTo>
                  <a:pt x="99" y="782"/>
                  <a:pt x="100" y="782"/>
                  <a:pt x="102" y="782"/>
                </a:cubicBezTo>
                <a:cubicBezTo>
                  <a:pt x="103" y="782"/>
                  <a:pt x="104" y="782"/>
                  <a:pt x="105" y="781"/>
                </a:cubicBezTo>
                <a:cubicBezTo>
                  <a:pt x="140" y="861"/>
                  <a:pt x="140" y="861"/>
                  <a:pt x="140" y="861"/>
                </a:cubicBezTo>
                <a:cubicBezTo>
                  <a:pt x="85" y="816"/>
                  <a:pt x="85" y="816"/>
                  <a:pt x="85" y="816"/>
                </a:cubicBezTo>
                <a:lnTo>
                  <a:pt x="98" y="781"/>
                </a:lnTo>
                <a:close/>
                <a:moveTo>
                  <a:pt x="107" y="780"/>
                </a:moveTo>
                <a:cubicBezTo>
                  <a:pt x="110" y="778"/>
                  <a:pt x="112" y="775"/>
                  <a:pt x="112" y="771"/>
                </a:cubicBezTo>
                <a:cubicBezTo>
                  <a:pt x="356" y="771"/>
                  <a:pt x="356" y="771"/>
                  <a:pt x="356" y="771"/>
                </a:cubicBezTo>
                <a:cubicBezTo>
                  <a:pt x="356" y="839"/>
                  <a:pt x="356" y="839"/>
                  <a:pt x="356" y="839"/>
                </a:cubicBezTo>
                <a:cubicBezTo>
                  <a:pt x="299" y="992"/>
                  <a:pt x="299" y="992"/>
                  <a:pt x="299" y="992"/>
                </a:cubicBezTo>
                <a:cubicBezTo>
                  <a:pt x="144" y="864"/>
                  <a:pt x="144" y="864"/>
                  <a:pt x="144" y="864"/>
                </a:cubicBezTo>
                <a:lnTo>
                  <a:pt x="107" y="780"/>
                </a:lnTo>
                <a:close/>
                <a:moveTo>
                  <a:pt x="263" y="1119"/>
                </a:moveTo>
                <a:cubicBezTo>
                  <a:pt x="384" y="1114"/>
                  <a:pt x="384" y="1114"/>
                  <a:pt x="384" y="1114"/>
                </a:cubicBezTo>
                <a:cubicBezTo>
                  <a:pt x="456" y="1296"/>
                  <a:pt x="456" y="1296"/>
                  <a:pt x="456" y="1296"/>
                </a:cubicBezTo>
                <a:cubicBezTo>
                  <a:pt x="262" y="1125"/>
                  <a:pt x="262" y="1125"/>
                  <a:pt x="262" y="1125"/>
                </a:cubicBezTo>
                <a:cubicBezTo>
                  <a:pt x="263" y="1123"/>
                  <a:pt x="263" y="1121"/>
                  <a:pt x="263" y="1119"/>
                </a:cubicBezTo>
                <a:close/>
                <a:moveTo>
                  <a:pt x="387" y="1114"/>
                </a:moveTo>
                <a:cubicBezTo>
                  <a:pt x="551" y="1106"/>
                  <a:pt x="551" y="1106"/>
                  <a:pt x="551" y="1106"/>
                </a:cubicBezTo>
                <a:cubicBezTo>
                  <a:pt x="615" y="1127"/>
                  <a:pt x="615" y="1127"/>
                  <a:pt x="615" y="1127"/>
                </a:cubicBezTo>
                <a:cubicBezTo>
                  <a:pt x="540" y="1358"/>
                  <a:pt x="540" y="1358"/>
                  <a:pt x="540" y="1358"/>
                </a:cubicBezTo>
                <a:cubicBezTo>
                  <a:pt x="539" y="1358"/>
                  <a:pt x="538" y="1358"/>
                  <a:pt x="537" y="1358"/>
                </a:cubicBezTo>
                <a:cubicBezTo>
                  <a:pt x="534" y="1358"/>
                  <a:pt x="531" y="1359"/>
                  <a:pt x="529" y="1361"/>
                </a:cubicBezTo>
                <a:cubicBezTo>
                  <a:pt x="461" y="1300"/>
                  <a:pt x="461" y="1300"/>
                  <a:pt x="461" y="1300"/>
                </a:cubicBezTo>
                <a:lnTo>
                  <a:pt x="387" y="1114"/>
                </a:lnTo>
                <a:close/>
                <a:moveTo>
                  <a:pt x="528" y="1363"/>
                </a:moveTo>
                <a:cubicBezTo>
                  <a:pt x="527" y="1365"/>
                  <a:pt x="526" y="1367"/>
                  <a:pt x="526" y="1369"/>
                </a:cubicBezTo>
                <a:cubicBezTo>
                  <a:pt x="488" y="1371"/>
                  <a:pt x="488" y="1371"/>
                  <a:pt x="488" y="1371"/>
                </a:cubicBezTo>
                <a:cubicBezTo>
                  <a:pt x="463" y="1306"/>
                  <a:pt x="463" y="1306"/>
                  <a:pt x="463" y="1306"/>
                </a:cubicBezTo>
                <a:lnTo>
                  <a:pt x="528" y="1363"/>
                </a:lnTo>
                <a:close/>
                <a:moveTo>
                  <a:pt x="546" y="1376"/>
                </a:moveTo>
                <a:cubicBezTo>
                  <a:pt x="548" y="1374"/>
                  <a:pt x="548" y="1372"/>
                  <a:pt x="548" y="1370"/>
                </a:cubicBezTo>
                <a:cubicBezTo>
                  <a:pt x="636" y="1361"/>
                  <a:pt x="636" y="1361"/>
                  <a:pt x="636" y="1361"/>
                </a:cubicBezTo>
                <a:cubicBezTo>
                  <a:pt x="576" y="1400"/>
                  <a:pt x="576" y="1400"/>
                  <a:pt x="576" y="1400"/>
                </a:cubicBezTo>
                <a:lnTo>
                  <a:pt x="546" y="1376"/>
                </a:lnTo>
                <a:close/>
                <a:moveTo>
                  <a:pt x="548" y="1367"/>
                </a:moveTo>
                <a:cubicBezTo>
                  <a:pt x="547" y="1364"/>
                  <a:pt x="545" y="1361"/>
                  <a:pt x="542" y="1359"/>
                </a:cubicBezTo>
                <a:cubicBezTo>
                  <a:pt x="617" y="1128"/>
                  <a:pt x="617" y="1128"/>
                  <a:pt x="617" y="1128"/>
                </a:cubicBezTo>
                <a:cubicBezTo>
                  <a:pt x="681" y="1149"/>
                  <a:pt x="681" y="1149"/>
                  <a:pt x="681" y="1149"/>
                </a:cubicBezTo>
                <a:cubicBezTo>
                  <a:pt x="809" y="1251"/>
                  <a:pt x="809" y="1251"/>
                  <a:pt x="809" y="1251"/>
                </a:cubicBezTo>
                <a:cubicBezTo>
                  <a:pt x="640" y="1359"/>
                  <a:pt x="640" y="1359"/>
                  <a:pt x="640" y="1359"/>
                </a:cubicBezTo>
                <a:lnTo>
                  <a:pt x="548" y="1367"/>
                </a:lnTo>
                <a:close/>
                <a:moveTo>
                  <a:pt x="919" y="1323"/>
                </a:moveTo>
                <a:cubicBezTo>
                  <a:pt x="951" y="1207"/>
                  <a:pt x="951" y="1207"/>
                  <a:pt x="951" y="1207"/>
                </a:cubicBezTo>
                <a:cubicBezTo>
                  <a:pt x="1147" y="1195"/>
                  <a:pt x="1147" y="1195"/>
                  <a:pt x="1147" y="1195"/>
                </a:cubicBezTo>
                <a:cubicBezTo>
                  <a:pt x="924" y="1327"/>
                  <a:pt x="924" y="1327"/>
                  <a:pt x="924" y="1327"/>
                </a:cubicBezTo>
                <a:cubicBezTo>
                  <a:pt x="923" y="1325"/>
                  <a:pt x="921" y="1324"/>
                  <a:pt x="919" y="1323"/>
                </a:cubicBezTo>
                <a:close/>
                <a:moveTo>
                  <a:pt x="952" y="1204"/>
                </a:moveTo>
                <a:cubicBezTo>
                  <a:pt x="996" y="1046"/>
                  <a:pt x="996" y="1046"/>
                  <a:pt x="996" y="1046"/>
                </a:cubicBezTo>
                <a:cubicBezTo>
                  <a:pt x="1036" y="992"/>
                  <a:pt x="1036" y="992"/>
                  <a:pt x="1036" y="992"/>
                </a:cubicBezTo>
                <a:cubicBezTo>
                  <a:pt x="1233" y="1135"/>
                  <a:pt x="1233" y="1135"/>
                  <a:pt x="1233" y="1135"/>
                </a:cubicBezTo>
                <a:cubicBezTo>
                  <a:pt x="1232" y="1136"/>
                  <a:pt x="1231" y="1138"/>
                  <a:pt x="1231" y="1141"/>
                </a:cubicBezTo>
                <a:cubicBezTo>
                  <a:pt x="1231" y="1142"/>
                  <a:pt x="1231" y="1144"/>
                  <a:pt x="1232" y="1145"/>
                </a:cubicBezTo>
                <a:cubicBezTo>
                  <a:pt x="1153" y="1192"/>
                  <a:pt x="1153" y="1192"/>
                  <a:pt x="1153" y="1192"/>
                </a:cubicBezTo>
                <a:lnTo>
                  <a:pt x="952" y="1204"/>
                </a:lnTo>
                <a:close/>
                <a:moveTo>
                  <a:pt x="1233" y="1147"/>
                </a:moveTo>
                <a:cubicBezTo>
                  <a:pt x="1234" y="1149"/>
                  <a:pt x="1236" y="1151"/>
                  <a:pt x="1238" y="1152"/>
                </a:cubicBezTo>
                <a:cubicBezTo>
                  <a:pt x="1228" y="1187"/>
                  <a:pt x="1228" y="1187"/>
                  <a:pt x="1228" y="1187"/>
                </a:cubicBezTo>
                <a:cubicBezTo>
                  <a:pt x="1158" y="1191"/>
                  <a:pt x="1158" y="1191"/>
                  <a:pt x="1158" y="1191"/>
                </a:cubicBezTo>
                <a:lnTo>
                  <a:pt x="1233" y="1147"/>
                </a:lnTo>
                <a:close/>
                <a:moveTo>
                  <a:pt x="1302" y="1169"/>
                </a:moveTo>
                <a:cubicBezTo>
                  <a:pt x="1301" y="1169"/>
                  <a:pt x="1301" y="1169"/>
                  <a:pt x="1300" y="1170"/>
                </a:cubicBezTo>
                <a:cubicBezTo>
                  <a:pt x="1285" y="1114"/>
                  <a:pt x="1285" y="1114"/>
                  <a:pt x="1285" y="1114"/>
                </a:cubicBezTo>
                <a:cubicBezTo>
                  <a:pt x="1342" y="1076"/>
                  <a:pt x="1342" y="1076"/>
                  <a:pt x="1342" y="1076"/>
                </a:cubicBezTo>
                <a:cubicBezTo>
                  <a:pt x="1306" y="1170"/>
                  <a:pt x="1306" y="1170"/>
                  <a:pt x="1306" y="1170"/>
                </a:cubicBezTo>
                <a:cubicBezTo>
                  <a:pt x="1305" y="1170"/>
                  <a:pt x="1304" y="1169"/>
                  <a:pt x="1302" y="1169"/>
                </a:cubicBezTo>
                <a:close/>
                <a:moveTo>
                  <a:pt x="1285" y="1111"/>
                </a:moveTo>
                <a:cubicBezTo>
                  <a:pt x="1266" y="1039"/>
                  <a:pt x="1266" y="1039"/>
                  <a:pt x="1266" y="1039"/>
                </a:cubicBezTo>
                <a:cubicBezTo>
                  <a:pt x="1323" y="782"/>
                  <a:pt x="1323" y="782"/>
                  <a:pt x="1323" y="782"/>
                </a:cubicBezTo>
                <a:cubicBezTo>
                  <a:pt x="1324" y="782"/>
                  <a:pt x="1324" y="782"/>
                  <a:pt x="1324" y="782"/>
                </a:cubicBezTo>
                <a:cubicBezTo>
                  <a:pt x="1326" y="782"/>
                  <a:pt x="1328" y="781"/>
                  <a:pt x="1329" y="781"/>
                </a:cubicBezTo>
                <a:cubicBezTo>
                  <a:pt x="1404" y="918"/>
                  <a:pt x="1404" y="918"/>
                  <a:pt x="1404" y="918"/>
                </a:cubicBezTo>
                <a:cubicBezTo>
                  <a:pt x="1344" y="1073"/>
                  <a:pt x="1344" y="1073"/>
                  <a:pt x="1344" y="1073"/>
                </a:cubicBezTo>
                <a:lnTo>
                  <a:pt x="1285" y="1111"/>
                </a:lnTo>
                <a:close/>
                <a:moveTo>
                  <a:pt x="1445" y="547"/>
                </a:moveTo>
                <a:cubicBezTo>
                  <a:pt x="1406" y="619"/>
                  <a:pt x="1406" y="619"/>
                  <a:pt x="1406" y="619"/>
                </a:cubicBezTo>
                <a:cubicBezTo>
                  <a:pt x="1348" y="470"/>
                  <a:pt x="1348" y="470"/>
                  <a:pt x="1348" y="470"/>
                </a:cubicBezTo>
                <a:cubicBezTo>
                  <a:pt x="1441" y="530"/>
                  <a:pt x="1441" y="530"/>
                  <a:pt x="1441" y="530"/>
                </a:cubicBezTo>
                <a:cubicBezTo>
                  <a:pt x="1440" y="532"/>
                  <a:pt x="1439" y="534"/>
                  <a:pt x="1439" y="536"/>
                </a:cubicBezTo>
                <a:cubicBezTo>
                  <a:pt x="1439" y="541"/>
                  <a:pt x="1441" y="544"/>
                  <a:pt x="1445" y="547"/>
                </a:cubicBezTo>
                <a:close/>
                <a:moveTo>
                  <a:pt x="1442" y="528"/>
                </a:moveTo>
                <a:cubicBezTo>
                  <a:pt x="1347" y="466"/>
                  <a:pt x="1347" y="466"/>
                  <a:pt x="1347" y="466"/>
                </a:cubicBezTo>
                <a:cubicBezTo>
                  <a:pt x="1309" y="369"/>
                  <a:pt x="1309" y="369"/>
                  <a:pt x="1309" y="369"/>
                </a:cubicBezTo>
                <a:cubicBezTo>
                  <a:pt x="1309" y="368"/>
                  <a:pt x="1310" y="368"/>
                  <a:pt x="1310" y="368"/>
                </a:cubicBezTo>
                <a:cubicBezTo>
                  <a:pt x="1443" y="527"/>
                  <a:pt x="1443" y="527"/>
                  <a:pt x="1443" y="527"/>
                </a:cubicBezTo>
                <a:cubicBezTo>
                  <a:pt x="1442" y="527"/>
                  <a:pt x="1442" y="528"/>
                  <a:pt x="1442" y="528"/>
                </a:cubicBezTo>
                <a:close/>
                <a:moveTo>
                  <a:pt x="1288" y="353"/>
                </a:moveTo>
                <a:cubicBezTo>
                  <a:pt x="1230" y="350"/>
                  <a:pt x="1230" y="350"/>
                  <a:pt x="1230" y="350"/>
                </a:cubicBezTo>
                <a:cubicBezTo>
                  <a:pt x="1212" y="284"/>
                  <a:pt x="1212" y="284"/>
                  <a:pt x="1212" y="284"/>
                </a:cubicBezTo>
                <a:cubicBezTo>
                  <a:pt x="1290" y="348"/>
                  <a:pt x="1290" y="348"/>
                  <a:pt x="1290" y="348"/>
                </a:cubicBezTo>
                <a:cubicBezTo>
                  <a:pt x="1289" y="350"/>
                  <a:pt x="1289" y="351"/>
                  <a:pt x="1288" y="353"/>
                </a:cubicBezTo>
                <a:close/>
                <a:moveTo>
                  <a:pt x="948" y="85"/>
                </a:moveTo>
                <a:cubicBezTo>
                  <a:pt x="949" y="86"/>
                  <a:pt x="950" y="87"/>
                  <a:pt x="952" y="88"/>
                </a:cubicBezTo>
                <a:cubicBezTo>
                  <a:pt x="917" y="195"/>
                  <a:pt x="917" y="195"/>
                  <a:pt x="917" y="195"/>
                </a:cubicBezTo>
                <a:cubicBezTo>
                  <a:pt x="917" y="195"/>
                  <a:pt x="916" y="195"/>
                  <a:pt x="915" y="195"/>
                </a:cubicBezTo>
                <a:cubicBezTo>
                  <a:pt x="912" y="195"/>
                  <a:pt x="910" y="196"/>
                  <a:pt x="908" y="198"/>
                </a:cubicBezTo>
                <a:cubicBezTo>
                  <a:pt x="802" y="85"/>
                  <a:pt x="802" y="85"/>
                  <a:pt x="802" y="85"/>
                </a:cubicBezTo>
                <a:cubicBezTo>
                  <a:pt x="928" y="78"/>
                  <a:pt x="928" y="78"/>
                  <a:pt x="928" y="78"/>
                </a:cubicBezTo>
                <a:lnTo>
                  <a:pt x="948" y="85"/>
                </a:lnTo>
                <a:close/>
                <a:moveTo>
                  <a:pt x="508" y="113"/>
                </a:moveTo>
                <a:cubicBezTo>
                  <a:pt x="486" y="167"/>
                  <a:pt x="486" y="167"/>
                  <a:pt x="486" y="167"/>
                </a:cubicBezTo>
                <a:cubicBezTo>
                  <a:pt x="419" y="163"/>
                  <a:pt x="419" y="163"/>
                  <a:pt x="419" y="163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504" y="110"/>
                  <a:pt x="506" y="112"/>
                  <a:pt x="508" y="113"/>
                </a:cubicBezTo>
                <a:close/>
                <a:moveTo>
                  <a:pt x="485" y="169"/>
                </a:moveTo>
                <a:cubicBezTo>
                  <a:pt x="458" y="239"/>
                  <a:pt x="458" y="239"/>
                  <a:pt x="458" y="239"/>
                </a:cubicBezTo>
                <a:cubicBezTo>
                  <a:pt x="260" y="413"/>
                  <a:pt x="260" y="413"/>
                  <a:pt x="260" y="413"/>
                </a:cubicBezTo>
                <a:cubicBezTo>
                  <a:pt x="259" y="412"/>
                  <a:pt x="257" y="411"/>
                  <a:pt x="255" y="410"/>
                </a:cubicBezTo>
                <a:cubicBezTo>
                  <a:pt x="276" y="255"/>
                  <a:pt x="276" y="255"/>
                  <a:pt x="276" y="255"/>
                </a:cubicBezTo>
                <a:cubicBezTo>
                  <a:pt x="415" y="165"/>
                  <a:pt x="415" y="165"/>
                  <a:pt x="415" y="165"/>
                </a:cubicBezTo>
                <a:lnTo>
                  <a:pt x="485" y="169"/>
                </a:lnTo>
                <a:close/>
                <a:moveTo>
                  <a:pt x="284" y="170"/>
                </a:moveTo>
                <a:cubicBezTo>
                  <a:pt x="273" y="253"/>
                  <a:pt x="273" y="253"/>
                  <a:pt x="273" y="253"/>
                </a:cubicBezTo>
                <a:cubicBezTo>
                  <a:pt x="172" y="319"/>
                  <a:pt x="172" y="319"/>
                  <a:pt x="172" y="319"/>
                </a:cubicBezTo>
                <a:cubicBezTo>
                  <a:pt x="281" y="169"/>
                  <a:pt x="281" y="169"/>
                  <a:pt x="281" y="169"/>
                </a:cubicBezTo>
                <a:cubicBezTo>
                  <a:pt x="282" y="170"/>
                  <a:pt x="283" y="170"/>
                  <a:pt x="284" y="170"/>
                </a:cubicBezTo>
                <a:close/>
                <a:moveTo>
                  <a:pt x="273" y="257"/>
                </a:moveTo>
                <a:cubicBezTo>
                  <a:pt x="253" y="410"/>
                  <a:pt x="253" y="410"/>
                  <a:pt x="253" y="410"/>
                </a:cubicBezTo>
                <a:cubicBezTo>
                  <a:pt x="253" y="410"/>
                  <a:pt x="253" y="410"/>
                  <a:pt x="253" y="410"/>
                </a:cubicBezTo>
                <a:cubicBezTo>
                  <a:pt x="249" y="410"/>
                  <a:pt x="246" y="412"/>
                  <a:pt x="244" y="414"/>
                </a:cubicBezTo>
                <a:cubicBezTo>
                  <a:pt x="153" y="348"/>
                  <a:pt x="153" y="348"/>
                  <a:pt x="153" y="348"/>
                </a:cubicBezTo>
                <a:cubicBezTo>
                  <a:pt x="153" y="346"/>
                  <a:pt x="154" y="345"/>
                  <a:pt x="154" y="343"/>
                </a:cubicBezTo>
                <a:cubicBezTo>
                  <a:pt x="167" y="325"/>
                  <a:pt x="167" y="325"/>
                  <a:pt x="167" y="325"/>
                </a:cubicBezTo>
                <a:lnTo>
                  <a:pt x="273" y="257"/>
                </a:lnTo>
                <a:close/>
                <a:moveTo>
                  <a:pt x="154" y="338"/>
                </a:moveTo>
                <a:cubicBezTo>
                  <a:pt x="154" y="337"/>
                  <a:pt x="154" y="336"/>
                  <a:pt x="153" y="334"/>
                </a:cubicBezTo>
                <a:cubicBezTo>
                  <a:pt x="161" y="329"/>
                  <a:pt x="161" y="329"/>
                  <a:pt x="161" y="329"/>
                </a:cubicBezTo>
                <a:lnTo>
                  <a:pt x="154" y="338"/>
                </a:lnTo>
                <a:close/>
                <a:moveTo>
                  <a:pt x="146" y="354"/>
                </a:moveTo>
                <a:cubicBezTo>
                  <a:pt x="148" y="353"/>
                  <a:pt x="150" y="351"/>
                  <a:pt x="152" y="350"/>
                </a:cubicBezTo>
                <a:cubicBezTo>
                  <a:pt x="243" y="416"/>
                  <a:pt x="243" y="416"/>
                  <a:pt x="243" y="416"/>
                </a:cubicBezTo>
                <a:cubicBezTo>
                  <a:pt x="242" y="418"/>
                  <a:pt x="242" y="420"/>
                  <a:pt x="242" y="422"/>
                </a:cubicBezTo>
                <a:cubicBezTo>
                  <a:pt x="242" y="423"/>
                  <a:pt x="242" y="424"/>
                  <a:pt x="242" y="425"/>
                </a:cubicBezTo>
                <a:cubicBezTo>
                  <a:pt x="102" y="492"/>
                  <a:pt x="102" y="492"/>
                  <a:pt x="102" y="492"/>
                </a:cubicBezTo>
                <a:cubicBezTo>
                  <a:pt x="134" y="370"/>
                  <a:pt x="134" y="370"/>
                  <a:pt x="134" y="370"/>
                </a:cubicBezTo>
                <a:lnTo>
                  <a:pt x="146" y="354"/>
                </a:lnTo>
                <a:close/>
                <a:moveTo>
                  <a:pt x="243" y="427"/>
                </a:moveTo>
                <a:cubicBezTo>
                  <a:pt x="244" y="429"/>
                  <a:pt x="245" y="431"/>
                  <a:pt x="247" y="432"/>
                </a:cubicBezTo>
                <a:cubicBezTo>
                  <a:pt x="142" y="674"/>
                  <a:pt x="142" y="674"/>
                  <a:pt x="142" y="674"/>
                </a:cubicBezTo>
                <a:cubicBezTo>
                  <a:pt x="84" y="721"/>
                  <a:pt x="84" y="721"/>
                  <a:pt x="84" y="721"/>
                </a:cubicBezTo>
                <a:cubicBezTo>
                  <a:pt x="59" y="655"/>
                  <a:pt x="59" y="655"/>
                  <a:pt x="59" y="655"/>
                </a:cubicBezTo>
                <a:cubicBezTo>
                  <a:pt x="101" y="495"/>
                  <a:pt x="101" y="495"/>
                  <a:pt x="101" y="495"/>
                </a:cubicBezTo>
                <a:lnTo>
                  <a:pt x="243" y="427"/>
                </a:lnTo>
                <a:close/>
                <a:moveTo>
                  <a:pt x="57" y="651"/>
                </a:moveTo>
                <a:cubicBezTo>
                  <a:pt x="18" y="548"/>
                  <a:pt x="18" y="548"/>
                  <a:pt x="18" y="548"/>
                </a:cubicBezTo>
                <a:cubicBezTo>
                  <a:pt x="22" y="545"/>
                  <a:pt x="25" y="541"/>
                  <a:pt x="25" y="536"/>
                </a:cubicBezTo>
                <a:cubicBezTo>
                  <a:pt x="25" y="535"/>
                  <a:pt x="24" y="533"/>
                  <a:pt x="24" y="532"/>
                </a:cubicBezTo>
                <a:cubicBezTo>
                  <a:pt x="98" y="497"/>
                  <a:pt x="98" y="497"/>
                  <a:pt x="98" y="497"/>
                </a:cubicBezTo>
                <a:lnTo>
                  <a:pt x="57" y="651"/>
                </a:lnTo>
                <a:close/>
                <a:moveTo>
                  <a:pt x="16" y="549"/>
                </a:moveTo>
                <a:cubicBezTo>
                  <a:pt x="56" y="655"/>
                  <a:pt x="56" y="655"/>
                  <a:pt x="56" y="655"/>
                </a:cubicBezTo>
                <a:cubicBezTo>
                  <a:pt x="30" y="755"/>
                  <a:pt x="30" y="755"/>
                  <a:pt x="30" y="755"/>
                </a:cubicBezTo>
                <a:cubicBezTo>
                  <a:pt x="29" y="755"/>
                  <a:pt x="28" y="755"/>
                  <a:pt x="28" y="755"/>
                </a:cubicBezTo>
                <a:cubicBezTo>
                  <a:pt x="14" y="549"/>
                  <a:pt x="14" y="549"/>
                  <a:pt x="14" y="549"/>
                </a:cubicBezTo>
                <a:cubicBezTo>
                  <a:pt x="15" y="549"/>
                  <a:pt x="15" y="549"/>
                  <a:pt x="16" y="549"/>
                </a:cubicBezTo>
                <a:close/>
                <a:moveTo>
                  <a:pt x="14" y="773"/>
                </a:moveTo>
                <a:cubicBezTo>
                  <a:pt x="15" y="779"/>
                  <a:pt x="19" y="784"/>
                  <a:pt x="25" y="785"/>
                </a:cubicBezTo>
                <a:cubicBezTo>
                  <a:pt x="14" y="962"/>
                  <a:pt x="14" y="962"/>
                  <a:pt x="14" y="962"/>
                </a:cubicBezTo>
                <a:lnTo>
                  <a:pt x="14" y="773"/>
                </a:lnTo>
                <a:close/>
                <a:moveTo>
                  <a:pt x="14" y="767"/>
                </a:moveTo>
                <a:cubicBezTo>
                  <a:pt x="14" y="578"/>
                  <a:pt x="14" y="578"/>
                  <a:pt x="14" y="578"/>
                </a:cubicBezTo>
                <a:cubicBezTo>
                  <a:pt x="25" y="755"/>
                  <a:pt x="25" y="755"/>
                  <a:pt x="25" y="755"/>
                </a:cubicBezTo>
                <a:cubicBezTo>
                  <a:pt x="19" y="756"/>
                  <a:pt x="15" y="761"/>
                  <a:pt x="14" y="767"/>
                </a:cubicBezTo>
                <a:close/>
                <a:moveTo>
                  <a:pt x="28" y="785"/>
                </a:moveTo>
                <a:cubicBezTo>
                  <a:pt x="28" y="785"/>
                  <a:pt x="29" y="785"/>
                  <a:pt x="30" y="785"/>
                </a:cubicBezTo>
                <a:cubicBezTo>
                  <a:pt x="56" y="885"/>
                  <a:pt x="56" y="885"/>
                  <a:pt x="56" y="885"/>
                </a:cubicBezTo>
                <a:cubicBezTo>
                  <a:pt x="16" y="991"/>
                  <a:pt x="16" y="991"/>
                  <a:pt x="16" y="991"/>
                </a:cubicBezTo>
                <a:cubicBezTo>
                  <a:pt x="15" y="991"/>
                  <a:pt x="15" y="991"/>
                  <a:pt x="14" y="991"/>
                </a:cubicBezTo>
                <a:lnTo>
                  <a:pt x="28" y="785"/>
                </a:lnTo>
                <a:close/>
                <a:moveTo>
                  <a:pt x="18" y="992"/>
                </a:moveTo>
                <a:cubicBezTo>
                  <a:pt x="57" y="889"/>
                  <a:pt x="57" y="889"/>
                  <a:pt x="57" y="889"/>
                </a:cubicBezTo>
                <a:cubicBezTo>
                  <a:pt x="98" y="1043"/>
                  <a:pt x="98" y="1043"/>
                  <a:pt x="98" y="1043"/>
                </a:cubicBezTo>
                <a:cubicBezTo>
                  <a:pt x="24" y="1008"/>
                  <a:pt x="24" y="1008"/>
                  <a:pt x="24" y="1008"/>
                </a:cubicBezTo>
                <a:cubicBezTo>
                  <a:pt x="24" y="1007"/>
                  <a:pt x="25" y="1005"/>
                  <a:pt x="25" y="1004"/>
                </a:cubicBezTo>
                <a:cubicBezTo>
                  <a:pt x="25" y="999"/>
                  <a:pt x="22" y="995"/>
                  <a:pt x="18" y="992"/>
                </a:cubicBezTo>
                <a:close/>
                <a:moveTo>
                  <a:pt x="59" y="885"/>
                </a:moveTo>
                <a:cubicBezTo>
                  <a:pt x="84" y="819"/>
                  <a:pt x="84" y="819"/>
                  <a:pt x="84" y="819"/>
                </a:cubicBezTo>
                <a:cubicBezTo>
                  <a:pt x="142" y="866"/>
                  <a:pt x="142" y="866"/>
                  <a:pt x="142" y="866"/>
                </a:cubicBezTo>
                <a:cubicBezTo>
                  <a:pt x="247" y="1108"/>
                  <a:pt x="247" y="1108"/>
                  <a:pt x="247" y="1108"/>
                </a:cubicBezTo>
                <a:cubicBezTo>
                  <a:pt x="245" y="1109"/>
                  <a:pt x="244" y="1111"/>
                  <a:pt x="243" y="1113"/>
                </a:cubicBezTo>
                <a:cubicBezTo>
                  <a:pt x="101" y="1045"/>
                  <a:pt x="101" y="1045"/>
                  <a:pt x="101" y="1045"/>
                </a:cubicBezTo>
                <a:lnTo>
                  <a:pt x="59" y="885"/>
                </a:lnTo>
                <a:close/>
                <a:moveTo>
                  <a:pt x="242" y="1115"/>
                </a:moveTo>
                <a:cubicBezTo>
                  <a:pt x="242" y="1116"/>
                  <a:pt x="242" y="1117"/>
                  <a:pt x="242" y="1118"/>
                </a:cubicBezTo>
                <a:cubicBezTo>
                  <a:pt x="242" y="1120"/>
                  <a:pt x="242" y="1122"/>
                  <a:pt x="243" y="1124"/>
                </a:cubicBezTo>
                <a:cubicBezTo>
                  <a:pt x="152" y="1190"/>
                  <a:pt x="152" y="1190"/>
                  <a:pt x="152" y="1190"/>
                </a:cubicBezTo>
                <a:cubicBezTo>
                  <a:pt x="150" y="1189"/>
                  <a:pt x="148" y="1187"/>
                  <a:pt x="146" y="1186"/>
                </a:cubicBezTo>
                <a:cubicBezTo>
                  <a:pt x="134" y="1170"/>
                  <a:pt x="134" y="1170"/>
                  <a:pt x="134" y="1170"/>
                </a:cubicBezTo>
                <a:cubicBezTo>
                  <a:pt x="102" y="1048"/>
                  <a:pt x="102" y="1048"/>
                  <a:pt x="102" y="1048"/>
                </a:cubicBezTo>
                <a:lnTo>
                  <a:pt x="242" y="1115"/>
                </a:lnTo>
                <a:close/>
                <a:moveTo>
                  <a:pt x="154" y="1202"/>
                </a:moveTo>
                <a:cubicBezTo>
                  <a:pt x="161" y="1211"/>
                  <a:pt x="161" y="1211"/>
                  <a:pt x="161" y="1211"/>
                </a:cubicBezTo>
                <a:cubicBezTo>
                  <a:pt x="153" y="1206"/>
                  <a:pt x="153" y="1206"/>
                  <a:pt x="153" y="1206"/>
                </a:cubicBezTo>
                <a:cubicBezTo>
                  <a:pt x="154" y="1204"/>
                  <a:pt x="154" y="1203"/>
                  <a:pt x="154" y="1202"/>
                </a:cubicBezTo>
                <a:close/>
                <a:moveTo>
                  <a:pt x="154" y="1197"/>
                </a:moveTo>
                <a:cubicBezTo>
                  <a:pt x="154" y="1195"/>
                  <a:pt x="153" y="1194"/>
                  <a:pt x="153" y="1192"/>
                </a:cubicBezTo>
                <a:cubicBezTo>
                  <a:pt x="244" y="1126"/>
                  <a:pt x="244" y="1126"/>
                  <a:pt x="244" y="1126"/>
                </a:cubicBezTo>
                <a:cubicBezTo>
                  <a:pt x="246" y="1128"/>
                  <a:pt x="249" y="1130"/>
                  <a:pt x="253" y="1130"/>
                </a:cubicBezTo>
                <a:cubicBezTo>
                  <a:pt x="253" y="1130"/>
                  <a:pt x="253" y="1130"/>
                  <a:pt x="253" y="1130"/>
                </a:cubicBezTo>
                <a:cubicBezTo>
                  <a:pt x="273" y="1283"/>
                  <a:pt x="273" y="1283"/>
                  <a:pt x="273" y="1283"/>
                </a:cubicBezTo>
                <a:cubicBezTo>
                  <a:pt x="167" y="1215"/>
                  <a:pt x="167" y="1215"/>
                  <a:pt x="167" y="1215"/>
                </a:cubicBezTo>
                <a:lnTo>
                  <a:pt x="154" y="1197"/>
                </a:lnTo>
                <a:close/>
                <a:moveTo>
                  <a:pt x="276" y="1285"/>
                </a:moveTo>
                <a:cubicBezTo>
                  <a:pt x="255" y="1130"/>
                  <a:pt x="255" y="1130"/>
                  <a:pt x="255" y="1130"/>
                </a:cubicBezTo>
                <a:cubicBezTo>
                  <a:pt x="257" y="1129"/>
                  <a:pt x="259" y="1128"/>
                  <a:pt x="260" y="1127"/>
                </a:cubicBezTo>
                <a:cubicBezTo>
                  <a:pt x="458" y="1301"/>
                  <a:pt x="458" y="1301"/>
                  <a:pt x="458" y="1301"/>
                </a:cubicBezTo>
                <a:cubicBezTo>
                  <a:pt x="485" y="1371"/>
                  <a:pt x="485" y="1371"/>
                  <a:pt x="485" y="1371"/>
                </a:cubicBezTo>
                <a:cubicBezTo>
                  <a:pt x="415" y="1374"/>
                  <a:pt x="415" y="1374"/>
                  <a:pt x="415" y="1374"/>
                </a:cubicBezTo>
                <a:lnTo>
                  <a:pt x="276" y="1285"/>
                </a:lnTo>
                <a:close/>
                <a:moveTo>
                  <a:pt x="486" y="1373"/>
                </a:moveTo>
                <a:cubicBezTo>
                  <a:pt x="508" y="1427"/>
                  <a:pt x="508" y="1427"/>
                  <a:pt x="508" y="1427"/>
                </a:cubicBezTo>
                <a:cubicBezTo>
                  <a:pt x="506" y="1428"/>
                  <a:pt x="504" y="1430"/>
                  <a:pt x="503" y="1431"/>
                </a:cubicBezTo>
                <a:cubicBezTo>
                  <a:pt x="419" y="1377"/>
                  <a:pt x="419" y="1377"/>
                  <a:pt x="419" y="1377"/>
                </a:cubicBezTo>
                <a:lnTo>
                  <a:pt x="486" y="1373"/>
                </a:lnTo>
                <a:close/>
                <a:moveTo>
                  <a:pt x="908" y="1342"/>
                </a:moveTo>
                <a:cubicBezTo>
                  <a:pt x="910" y="1344"/>
                  <a:pt x="912" y="1345"/>
                  <a:pt x="915" y="1345"/>
                </a:cubicBezTo>
                <a:cubicBezTo>
                  <a:pt x="916" y="1345"/>
                  <a:pt x="917" y="1345"/>
                  <a:pt x="917" y="1345"/>
                </a:cubicBezTo>
                <a:cubicBezTo>
                  <a:pt x="952" y="1452"/>
                  <a:pt x="952" y="1452"/>
                  <a:pt x="952" y="1452"/>
                </a:cubicBezTo>
                <a:cubicBezTo>
                  <a:pt x="950" y="1453"/>
                  <a:pt x="949" y="1454"/>
                  <a:pt x="948" y="1455"/>
                </a:cubicBezTo>
                <a:cubicBezTo>
                  <a:pt x="928" y="1462"/>
                  <a:pt x="928" y="1462"/>
                  <a:pt x="928" y="1462"/>
                </a:cubicBezTo>
                <a:cubicBezTo>
                  <a:pt x="802" y="1455"/>
                  <a:pt x="802" y="1455"/>
                  <a:pt x="802" y="1455"/>
                </a:cubicBezTo>
                <a:lnTo>
                  <a:pt x="908" y="1342"/>
                </a:lnTo>
                <a:close/>
                <a:moveTo>
                  <a:pt x="965" y="1452"/>
                </a:moveTo>
                <a:cubicBezTo>
                  <a:pt x="975" y="1449"/>
                  <a:pt x="975" y="1449"/>
                  <a:pt x="975" y="1449"/>
                </a:cubicBezTo>
                <a:cubicBezTo>
                  <a:pt x="968" y="1455"/>
                  <a:pt x="968" y="1455"/>
                  <a:pt x="968" y="1455"/>
                </a:cubicBezTo>
                <a:cubicBezTo>
                  <a:pt x="967" y="1454"/>
                  <a:pt x="966" y="1453"/>
                  <a:pt x="965" y="1452"/>
                </a:cubicBezTo>
                <a:close/>
                <a:moveTo>
                  <a:pt x="961" y="1451"/>
                </a:moveTo>
                <a:cubicBezTo>
                  <a:pt x="960" y="1451"/>
                  <a:pt x="959" y="1450"/>
                  <a:pt x="958" y="1450"/>
                </a:cubicBezTo>
                <a:cubicBezTo>
                  <a:pt x="957" y="1450"/>
                  <a:pt x="956" y="1450"/>
                  <a:pt x="955" y="1451"/>
                </a:cubicBezTo>
                <a:cubicBezTo>
                  <a:pt x="920" y="1344"/>
                  <a:pt x="920" y="1344"/>
                  <a:pt x="920" y="1344"/>
                </a:cubicBezTo>
                <a:cubicBezTo>
                  <a:pt x="923" y="1342"/>
                  <a:pt x="925" y="1340"/>
                  <a:pt x="925" y="1337"/>
                </a:cubicBezTo>
                <a:cubicBezTo>
                  <a:pt x="1078" y="1365"/>
                  <a:pt x="1078" y="1365"/>
                  <a:pt x="1078" y="1365"/>
                </a:cubicBezTo>
                <a:cubicBezTo>
                  <a:pt x="981" y="1445"/>
                  <a:pt x="981" y="1445"/>
                  <a:pt x="981" y="1445"/>
                </a:cubicBezTo>
                <a:lnTo>
                  <a:pt x="961" y="1451"/>
                </a:lnTo>
                <a:close/>
                <a:moveTo>
                  <a:pt x="1230" y="1190"/>
                </a:moveTo>
                <a:cubicBezTo>
                  <a:pt x="1288" y="1187"/>
                  <a:pt x="1288" y="1187"/>
                  <a:pt x="1288" y="1187"/>
                </a:cubicBezTo>
                <a:cubicBezTo>
                  <a:pt x="1289" y="1189"/>
                  <a:pt x="1289" y="1190"/>
                  <a:pt x="1290" y="1192"/>
                </a:cubicBezTo>
                <a:cubicBezTo>
                  <a:pt x="1212" y="1256"/>
                  <a:pt x="1212" y="1256"/>
                  <a:pt x="1212" y="1256"/>
                </a:cubicBezTo>
                <a:lnTo>
                  <a:pt x="1230" y="1190"/>
                </a:lnTo>
                <a:close/>
                <a:moveTo>
                  <a:pt x="1310" y="1172"/>
                </a:moveTo>
                <a:cubicBezTo>
                  <a:pt x="1310" y="1172"/>
                  <a:pt x="1309" y="1172"/>
                  <a:pt x="1309" y="1171"/>
                </a:cubicBezTo>
                <a:cubicBezTo>
                  <a:pt x="1347" y="1074"/>
                  <a:pt x="1347" y="1074"/>
                  <a:pt x="1347" y="1074"/>
                </a:cubicBezTo>
                <a:cubicBezTo>
                  <a:pt x="1442" y="1012"/>
                  <a:pt x="1442" y="1012"/>
                  <a:pt x="1442" y="1012"/>
                </a:cubicBezTo>
                <a:cubicBezTo>
                  <a:pt x="1442" y="1012"/>
                  <a:pt x="1442" y="1013"/>
                  <a:pt x="1443" y="1013"/>
                </a:cubicBezTo>
                <a:lnTo>
                  <a:pt x="1310" y="1172"/>
                </a:lnTo>
                <a:close/>
                <a:moveTo>
                  <a:pt x="1348" y="1070"/>
                </a:moveTo>
                <a:cubicBezTo>
                  <a:pt x="1406" y="921"/>
                  <a:pt x="1406" y="921"/>
                  <a:pt x="1406" y="921"/>
                </a:cubicBezTo>
                <a:cubicBezTo>
                  <a:pt x="1445" y="993"/>
                  <a:pt x="1445" y="993"/>
                  <a:pt x="1445" y="993"/>
                </a:cubicBezTo>
                <a:cubicBezTo>
                  <a:pt x="1441" y="996"/>
                  <a:pt x="1439" y="999"/>
                  <a:pt x="1439" y="1004"/>
                </a:cubicBezTo>
                <a:cubicBezTo>
                  <a:pt x="1439" y="1006"/>
                  <a:pt x="1440" y="1008"/>
                  <a:pt x="1441" y="1010"/>
                </a:cubicBezTo>
                <a:lnTo>
                  <a:pt x="1348" y="1070"/>
                </a:lnTo>
                <a:close/>
                <a:moveTo>
                  <a:pt x="1447" y="992"/>
                </a:moveTo>
                <a:cubicBezTo>
                  <a:pt x="1407" y="919"/>
                  <a:pt x="1407" y="919"/>
                  <a:pt x="1407" y="919"/>
                </a:cubicBezTo>
                <a:cubicBezTo>
                  <a:pt x="1450" y="806"/>
                  <a:pt x="1450" y="806"/>
                  <a:pt x="1450" y="806"/>
                </a:cubicBezTo>
                <a:cubicBezTo>
                  <a:pt x="1450" y="991"/>
                  <a:pt x="1450" y="991"/>
                  <a:pt x="1450" y="991"/>
                </a:cubicBezTo>
                <a:cubicBezTo>
                  <a:pt x="1449" y="991"/>
                  <a:pt x="1448" y="991"/>
                  <a:pt x="1447" y="992"/>
                </a:cubicBezTo>
                <a:close/>
                <a:moveTo>
                  <a:pt x="1405" y="915"/>
                </a:moveTo>
                <a:cubicBezTo>
                  <a:pt x="1331" y="779"/>
                  <a:pt x="1331" y="779"/>
                  <a:pt x="1331" y="779"/>
                </a:cubicBezTo>
                <a:cubicBezTo>
                  <a:pt x="1333" y="778"/>
                  <a:pt x="1335" y="775"/>
                  <a:pt x="1335" y="771"/>
                </a:cubicBezTo>
                <a:cubicBezTo>
                  <a:pt x="1449" y="771"/>
                  <a:pt x="1449" y="771"/>
                  <a:pt x="1449" y="771"/>
                </a:cubicBezTo>
                <a:cubicBezTo>
                  <a:pt x="1449" y="773"/>
                  <a:pt x="1450" y="775"/>
                  <a:pt x="1450" y="777"/>
                </a:cubicBezTo>
                <a:cubicBezTo>
                  <a:pt x="1450" y="798"/>
                  <a:pt x="1450" y="798"/>
                  <a:pt x="1450" y="798"/>
                </a:cubicBezTo>
                <a:lnTo>
                  <a:pt x="1405" y="915"/>
                </a:lnTo>
                <a:close/>
                <a:moveTo>
                  <a:pt x="1456" y="783"/>
                </a:moveTo>
                <a:cubicBezTo>
                  <a:pt x="1453" y="791"/>
                  <a:pt x="1453" y="791"/>
                  <a:pt x="1453" y="791"/>
                </a:cubicBezTo>
                <a:cubicBezTo>
                  <a:pt x="1453" y="781"/>
                  <a:pt x="1453" y="781"/>
                  <a:pt x="1453" y="781"/>
                </a:cubicBezTo>
                <a:cubicBezTo>
                  <a:pt x="1454" y="781"/>
                  <a:pt x="1455" y="782"/>
                  <a:pt x="1456" y="783"/>
                </a:cubicBezTo>
                <a:close/>
                <a:moveTo>
                  <a:pt x="1453" y="799"/>
                </a:moveTo>
                <a:cubicBezTo>
                  <a:pt x="1459" y="784"/>
                  <a:pt x="1459" y="784"/>
                  <a:pt x="1459" y="784"/>
                </a:cubicBezTo>
                <a:cubicBezTo>
                  <a:pt x="1459" y="784"/>
                  <a:pt x="1460" y="784"/>
                  <a:pt x="1461" y="784"/>
                </a:cubicBezTo>
                <a:cubicBezTo>
                  <a:pt x="1453" y="946"/>
                  <a:pt x="1453" y="946"/>
                  <a:pt x="1453" y="946"/>
                </a:cubicBezTo>
                <a:lnTo>
                  <a:pt x="1453" y="799"/>
                </a:lnTo>
                <a:close/>
                <a:moveTo>
                  <a:pt x="1459" y="756"/>
                </a:moveTo>
                <a:cubicBezTo>
                  <a:pt x="1453" y="741"/>
                  <a:pt x="1453" y="741"/>
                  <a:pt x="1453" y="741"/>
                </a:cubicBezTo>
                <a:cubicBezTo>
                  <a:pt x="1453" y="594"/>
                  <a:pt x="1453" y="594"/>
                  <a:pt x="1453" y="594"/>
                </a:cubicBezTo>
                <a:cubicBezTo>
                  <a:pt x="1461" y="756"/>
                  <a:pt x="1461" y="756"/>
                  <a:pt x="1461" y="756"/>
                </a:cubicBezTo>
                <a:cubicBezTo>
                  <a:pt x="1460" y="756"/>
                  <a:pt x="1459" y="756"/>
                  <a:pt x="1459" y="756"/>
                </a:cubicBezTo>
                <a:close/>
                <a:moveTo>
                  <a:pt x="1312" y="366"/>
                </a:moveTo>
                <a:cubicBezTo>
                  <a:pt x="1315" y="363"/>
                  <a:pt x="1316" y="360"/>
                  <a:pt x="1316" y="356"/>
                </a:cubicBezTo>
                <a:cubicBezTo>
                  <a:pt x="1316" y="354"/>
                  <a:pt x="1316" y="352"/>
                  <a:pt x="1315" y="350"/>
                </a:cubicBezTo>
                <a:cubicBezTo>
                  <a:pt x="1428" y="506"/>
                  <a:pt x="1428" y="506"/>
                  <a:pt x="1428" y="506"/>
                </a:cubicBezTo>
                <a:lnTo>
                  <a:pt x="1312" y="366"/>
                </a:lnTo>
                <a:close/>
                <a:moveTo>
                  <a:pt x="1310" y="343"/>
                </a:moveTo>
                <a:cubicBezTo>
                  <a:pt x="1308" y="342"/>
                  <a:pt x="1305" y="341"/>
                  <a:pt x="1302" y="341"/>
                </a:cubicBezTo>
                <a:cubicBezTo>
                  <a:pt x="1300" y="341"/>
                  <a:pt x="1297" y="342"/>
                  <a:pt x="1295" y="343"/>
                </a:cubicBezTo>
                <a:cubicBezTo>
                  <a:pt x="1199" y="190"/>
                  <a:pt x="1199" y="190"/>
                  <a:pt x="1199" y="190"/>
                </a:cubicBezTo>
                <a:lnTo>
                  <a:pt x="1310" y="343"/>
                </a:lnTo>
                <a:close/>
                <a:moveTo>
                  <a:pt x="1293" y="344"/>
                </a:moveTo>
                <a:cubicBezTo>
                  <a:pt x="1293" y="345"/>
                  <a:pt x="1292" y="345"/>
                  <a:pt x="1292" y="346"/>
                </a:cubicBezTo>
                <a:cubicBezTo>
                  <a:pt x="1211" y="280"/>
                  <a:pt x="1211" y="280"/>
                  <a:pt x="1211" y="280"/>
                </a:cubicBezTo>
                <a:cubicBezTo>
                  <a:pt x="1181" y="170"/>
                  <a:pt x="1181" y="170"/>
                  <a:pt x="1181" y="170"/>
                </a:cubicBezTo>
                <a:cubicBezTo>
                  <a:pt x="1182" y="170"/>
                  <a:pt x="1182" y="169"/>
                  <a:pt x="1183" y="169"/>
                </a:cubicBezTo>
                <a:lnTo>
                  <a:pt x="1293" y="344"/>
                </a:lnTo>
                <a:close/>
                <a:moveTo>
                  <a:pt x="1165" y="159"/>
                </a:moveTo>
                <a:cubicBezTo>
                  <a:pt x="1082" y="174"/>
                  <a:pt x="1082" y="174"/>
                  <a:pt x="1082" y="174"/>
                </a:cubicBezTo>
                <a:cubicBezTo>
                  <a:pt x="988" y="98"/>
                  <a:pt x="988" y="98"/>
                  <a:pt x="988" y="98"/>
                </a:cubicBezTo>
                <a:cubicBezTo>
                  <a:pt x="1165" y="155"/>
                  <a:pt x="1165" y="155"/>
                  <a:pt x="1165" y="155"/>
                </a:cubicBezTo>
                <a:cubicBezTo>
                  <a:pt x="1165" y="156"/>
                  <a:pt x="1165" y="157"/>
                  <a:pt x="1165" y="158"/>
                </a:cubicBezTo>
                <a:cubicBezTo>
                  <a:pt x="1165" y="158"/>
                  <a:pt x="1165" y="158"/>
                  <a:pt x="1165" y="159"/>
                </a:cubicBezTo>
                <a:close/>
                <a:moveTo>
                  <a:pt x="1125" y="139"/>
                </a:moveTo>
                <a:cubicBezTo>
                  <a:pt x="982" y="93"/>
                  <a:pt x="982" y="93"/>
                  <a:pt x="982" y="93"/>
                </a:cubicBezTo>
                <a:cubicBezTo>
                  <a:pt x="969" y="83"/>
                  <a:pt x="969" y="83"/>
                  <a:pt x="969" y="83"/>
                </a:cubicBezTo>
                <a:cubicBezTo>
                  <a:pt x="970" y="82"/>
                  <a:pt x="970" y="82"/>
                  <a:pt x="970" y="81"/>
                </a:cubicBezTo>
                <a:lnTo>
                  <a:pt x="1125" y="139"/>
                </a:lnTo>
                <a:close/>
                <a:moveTo>
                  <a:pt x="944" y="73"/>
                </a:moveTo>
                <a:cubicBezTo>
                  <a:pt x="944" y="73"/>
                  <a:pt x="944" y="74"/>
                  <a:pt x="944" y="74"/>
                </a:cubicBezTo>
                <a:cubicBezTo>
                  <a:pt x="927" y="75"/>
                  <a:pt x="927" y="75"/>
                  <a:pt x="927" y="75"/>
                </a:cubicBezTo>
                <a:cubicBezTo>
                  <a:pt x="786" y="29"/>
                  <a:pt x="786" y="29"/>
                  <a:pt x="786" y="29"/>
                </a:cubicBezTo>
                <a:lnTo>
                  <a:pt x="944" y="73"/>
                </a:lnTo>
                <a:close/>
                <a:moveTo>
                  <a:pt x="920" y="76"/>
                </a:moveTo>
                <a:cubicBezTo>
                  <a:pt x="799" y="82"/>
                  <a:pt x="799" y="82"/>
                  <a:pt x="799" y="82"/>
                </a:cubicBezTo>
                <a:cubicBezTo>
                  <a:pt x="741" y="22"/>
                  <a:pt x="741" y="22"/>
                  <a:pt x="741" y="22"/>
                </a:cubicBezTo>
                <a:cubicBezTo>
                  <a:pt x="742" y="21"/>
                  <a:pt x="743" y="19"/>
                  <a:pt x="743" y="18"/>
                </a:cubicBezTo>
                <a:lnTo>
                  <a:pt x="920" y="76"/>
                </a:lnTo>
                <a:close/>
                <a:moveTo>
                  <a:pt x="722" y="20"/>
                </a:moveTo>
                <a:cubicBezTo>
                  <a:pt x="633" y="92"/>
                  <a:pt x="633" y="92"/>
                  <a:pt x="633" y="92"/>
                </a:cubicBezTo>
                <a:cubicBezTo>
                  <a:pt x="528" y="97"/>
                  <a:pt x="528" y="97"/>
                  <a:pt x="528" y="97"/>
                </a:cubicBezTo>
                <a:cubicBezTo>
                  <a:pt x="528" y="97"/>
                  <a:pt x="528" y="96"/>
                  <a:pt x="528" y="96"/>
                </a:cubicBezTo>
                <a:cubicBezTo>
                  <a:pt x="721" y="19"/>
                  <a:pt x="721" y="19"/>
                  <a:pt x="721" y="19"/>
                </a:cubicBezTo>
                <a:cubicBezTo>
                  <a:pt x="721" y="19"/>
                  <a:pt x="721" y="20"/>
                  <a:pt x="722" y="20"/>
                </a:cubicBezTo>
                <a:close/>
                <a:moveTo>
                  <a:pt x="527" y="93"/>
                </a:moveTo>
                <a:cubicBezTo>
                  <a:pt x="525" y="89"/>
                  <a:pt x="521" y="85"/>
                  <a:pt x="516" y="85"/>
                </a:cubicBezTo>
                <a:cubicBezTo>
                  <a:pt x="694" y="27"/>
                  <a:pt x="694" y="27"/>
                  <a:pt x="694" y="27"/>
                </a:cubicBezTo>
                <a:lnTo>
                  <a:pt x="527" y="93"/>
                </a:lnTo>
                <a:close/>
                <a:moveTo>
                  <a:pt x="505" y="88"/>
                </a:moveTo>
                <a:cubicBezTo>
                  <a:pt x="502" y="91"/>
                  <a:pt x="500" y="95"/>
                  <a:pt x="500" y="100"/>
                </a:cubicBezTo>
                <a:cubicBezTo>
                  <a:pt x="500" y="100"/>
                  <a:pt x="500" y="101"/>
                  <a:pt x="500" y="102"/>
                </a:cubicBezTo>
                <a:cubicBezTo>
                  <a:pt x="327" y="146"/>
                  <a:pt x="327" y="146"/>
                  <a:pt x="327" y="146"/>
                </a:cubicBezTo>
                <a:lnTo>
                  <a:pt x="505" y="88"/>
                </a:lnTo>
                <a:close/>
                <a:moveTo>
                  <a:pt x="501" y="105"/>
                </a:moveTo>
                <a:cubicBezTo>
                  <a:pt x="501" y="105"/>
                  <a:pt x="501" y="106"/>
                  <a:pt x="502" y="106"/>
                </a:cubicBezTo>
                <a:cubicBezTo>
                  <a:pt x="414" y="163"/>
                  <a:pt x="414" y="163"/>
                  <a:pt x="414" y="163"/>
                </a:cubicBezTo>
                <a:cubicBezTo>
                  <a:pt x="299" y="157"/>
                  <a:pt x="299" y="157"/>
                  <a:pt x="299" y="157"/>
                </a:cubicBezTo>
                <a:cubicBezTo>
                  <a:pt x="299" y="157"/>
                  <a:pt x="299" y="156"/>
                  <a:pt x="299" y="156"/>
                </a:cubicBezTo>
                <a:lnTo>
                  <a:pt x="501" y="105"/>
                </a:lnTo>
                <a:close/>
                <a:moveTo>
                  <a:pt x="166" y="323"/>
                </a:moveTo>
                <a:cubicBezTo>
                  <a:pt x="152" y="332"/>
                  <a:pt x="152" y="332"/>
                  <a:pt x="152" y="332"/>
                </a:cubicBezTo>
                <a:cubicBezTo>
                  <a:pt x="151" y="331"/>
                  <a:pt x="151" y="331"/>
                  <a:pt x="151" y="330"/>
                </a:cubicBezTo>
                <a:cubicBezTo>
                  <a:pt x="256" y="199"/>
                  <a:pt x="256" y="199"/>
                  <a:pt x="256" y="199"/>
                </a:cubicBezTo>
                <a:lnTo>
                  <a:pt x="166" y="323"/>
                </a:lnTo>
                <a:close/>
                <a:moveTo>
                  <a:pt x="134" y="353"/>
                </a:moveTo>
                <a:cubicBezTo>
                  <a:pt x="135" y="354"/>
                  <a:pt x="135" y="354"/>
                  <a:pt x="136" y="354"/>
                </a:cubicBezTo>
                <a:cubicBezTo>
                  <a:pt x="132" y="369"/>
                  <a:pt x="132" y="369"/>
                  <a:pt x="132" y="369"/>
                </a:cubicBezTo>
                <a:cubicBezTo>
                  <a:pt x="44" y="491"/>
                  <a:pt x="44" y="491"/>
                  <a:pt x="44" y="491"/>
                </a:cubicBezTo>
                <a:lnTo>
                  <a:pt x="134" y="353"/>
                </a:lnTo>
                <a:close/>
                <a:moveTo>
                  <a:pt x="130" y="377"/>
                </a:moveTo>
                <a:cubicBezTo>
                  <a:pt x="99" y="494"/>
                  <a:pt x="99" y="494"/>
                  <a:pt x="99" y="494"/>
                </a:cubicBezTo>
                <a:cubicBezTo>
                  <a:pt x="23" y="530"/>
                  <a:pt x="23" y="530"/>
                  <a:pt x="23" y="530"/>
                </a:cubicBezTo>
                <a:cubicBezTo>
                  <a:pt x="22" y="529"/>
                  <a:pt x="22" y="528"/>
                  <a:pt x="21" y="527"/>
                </a:cubicBezTo>
                <a:lnTo>
                  <a:pt x="130" y="377"/>
                </a:lnTo>
                <a:close/>
                <a:moveTo>
                  <a:pt x="23" y="1010"/>
                </a:moveTo>
                <a:cubicBezTo>
                  <a:pt x="99" y="1046"/>
                  <a:pt x="99" y="1046"/>
                  <a:pt x="99" y="1046"/>
                </a:cubicBezTo>
                <a:cubicBezTo>
                  <a:pt x="130" y="1163"/>
                  <a:pt x="130" y="1163"/>
                  <a:pt x="130" y="1163"/>
                </a:cubicBezTo>
                <a:cubicBezTo>
                  <a:pt x="21" y="1013"/>
                  <a:pt x="21" y="1013"/>
                  <a:pt x="21" y="1013"/>
                </a:cubicBezTo>
                <a:cubicBezTo>
                  <a:pt x="22" y="1012"/>
                  <a:pt x="22" y="1011"/>
                  <a:pt x="23" y="1010"/>
                </a:cubicBezTo>
                <a:close/>
                <a:moveTo>
                  <a:pt x="44" y="1049"/>
                </a:moveTo>
                <a:cubicBezTo>
                  <a:pt x="132" y="1171"/>
                  <a:pt x="132" y="1171"/>
                  <a:pt x="132" y="1171"/>
                </a:cubicBezTo>
                <a:cubicBezTo>
                  <a:pt x="136" y="1186"/>
                  <a:pt x="136" y="1186"/>
                  <a:pt x="136" y="1186"/>
                </a:cubicBezTo>
                <a:cubicBezTo>
                  <a:pt x="135" y="1186"/>
                  <a:pt x="135" y="1186"/>
                  <a:pt x="134" y="1187"/>
                </a:cubicBezTo>
                <a:lnTo>
                  <a:pt x="44" y="1049"/>
                </a:lnTo>
                <a:close/>
                <a:moveTo>
                  <a:pt x="151" y="1210"/>
                </a:moveTo>
                <a:cubicBezTo>
                  <a:pt x="151" y="1209"/>
                  <a:pt x="151" y="1209"/>
                  <a:pt x="152" y="1208"/>
                </a:cubicBezTo>
                <a:cubicBezTo>
                  <a:pt x="166" y="1217"/>
                  <a:pt x="166" y="1217"/>
                  <a:pt x="166" y="1217"/>
                </a:cubicBezTo>
                <a:cubicBezTo>
                  <a:pt x="256" y="1341"/>
                  <a:pt x="256" y="1341"/>
                  <a:pt x="256" y="1341"/>
                </a:cubicBezTo>
                <a:lnTo>
                  <a:pt x="151" y="1210"/>
                </a:lnTo>
                <a:close/>
                <a:moveTo>
                  <a:pt x="299" y="1383"/>
                </a:moveTo>
                <a:cubicBezTo>
                  <a:pt x="414" y="1377"/>
                  <a:pt x="414" y="1377"/>
                  <a:pt x="414" y="1377"/>
                </a:cubicBezTo>
                <a:cubicBezTo>
                  <a:pt x="502" y="1434"/>
                  <a:pt x="502" y="1434"/>
                  <a:pt x="502" y="1434"/>
                </a:cubicBezTo>
                <a:cubicBezTo>
                  <a:pt x="501" y="1434"/>
                  <a:pt x="501" y="1435"/>
                  <a:pt x="501" y="1435"/>
                </a:cubicBezTo>
                <a:cubicBezTo>
                  <a:pt x="299" y="1384"/>
                  <a:pt x="299" y="1384"/>
                  <a:pt x="299" y="1384"/>
                </a:cubicBezTo>
                <a:cubicBezTo>
                  <a:pt x="299" y="1384"/>
                  <a:pt x="299" y="1383"/>
                  <a:pt x="299" y="1383"/>
                </a:cubicBezTo>
                <a:close/>
                <a:moveTo>
                  <a:pt x="500" y="1438"/>
                </a:moveTo>
                <a:cubicBezTo>
                  <a:pt x="500" y="1439"/>
                  <a:pt x="500" y="1440"/>
                  <a:pt x="500" y="1440"/>
                </a:cubicBezTo>
                <a:cubicBezTo>
                  <a:pt x="500" y="1445"/>
                  <a:pt x="502" y="1449"/>
                  <a:pt x="505" y="1452"/>
                </a:cubicBezTo>
                <a:cubicBezTo>
                  <a:pt x="327" y="1394"/>
                  <a:pt x="327" y="1394"/>
                  <a:pt x="327" y="1394"/>
                </a:cubicBezTo>
                <a:lnTo>
                  <a:pt x="500" y="1438"/>
                </a:lnTo>
                <a:close/>
                <a:moveTo>
                  <a:pt x="516" y="1455"/>
                </a:moveTo>
                <a:cubicBezTo>
                  <a:pt x="521" y="1455"/>
                  <a:pt x="525" y="1451"/>
                  <a:pt x="527" y="1447"/>
                </a:cubicBezTo>
                <a:cubicBezTo>
                  <a:pt x="694" y="1513"/>
                  <a:pt x="694" y="1513"/>
                  <a:pt x="694" y="1513"/>
                </a:cubicBezTo>
                <a:lnTo>
                  <a:pt x="516" y="1455"/>
                </a:lnTo>
                <a:close/>
                <a:moveTo>
                  <a:pt x="528" y="1444"/>
                </a:moveTo>
                <a:cubicBezTo>
                  <a:pt x="528" y="1444"/>
                  <a:pt x="528" y="1443"/>
                  <a:pt x="528" y="1443"/>
                </a:cubicBezTo>
                <a:cubicBezTo>
                  <a:pt x="633" y="1448"/>
                  <a:pt x="633" y="1448"/>
                  <a:pt x="633" y="1448"/>
                </a:cubicBezTo>
                <a:cubicBezTo>
                  <a:pt x="722" y="1520"/>
                  <a:pt x="722" y="1520"/>
                  <a:pt x="722" y="1520"/>
                </a:cubicBezTo>
                <a:cubicBezTo>
                  <a:pt x="721" y="1520"/>
                  <a:pt x="721" y="1521"/>
                  <a:pt x="721" y="1521"/>
                </a:cubicBezTo>
                <a:lnTo>
                  <a:pt x="528" y="1444"/>
                </a:lnTo>
                <a:close/>
                <a:moveTo>
                  <a:pt x="741" y="1518"/>
                </a:moveTo>
                <a:cubicBezTo>
                  <a:pt x="799" y="1458"/>
                  <a:pt x="799" y="1458"/>
                  <a:pt x="799" y="1458"/>
                </a:cubicBezTo>
                <a:cubicBezTo>
                  <a:pt x="920" y="1464"/>
                  <a:pt x="920" y="1464"/>
                  <a:pt x="920" y="1464"/>
                </a:cubicBezTo>
                <a:cubicBezTo>
                  <a:pt x="743" y="1522"/>
                  <a:pt x="743" y="1522"/>
                  <a:pt x="743" y="1522"/>
                </a:cubicBezTo>
                <a:cubicBezTo>
                  <a:pt x="743" y="1520"/>
                  <a:pt x="742" y="1519"/>
                  <a:pt x="741" y="1518"/>
                </a:cubicBezTo>
                <a:close/>
                <a:moveTo>
                  <a:pt x="786" y="1511"/>
                </a:moveTo>
                <a:cubicBezTo>
                  <a:pt x="927" y="1465"/>
                  <a:pt x="927" y="1465"/>
                  <a:pt x="927" y="1465"/>
                </a:cubicBezTo>
                <a:cubicBezTo>
                  <a:pt x="944" y="1466"/>
                  <a:pt x="944" y="1466"/>
                  <a:pt x="944" y="1466"/>
                </a:cubicBezTo>
                <a:cubicBezTo>
                  <a:pt x="944" y="1466"/>
                  <a:pt x="944" y="1467"/>
                  <a:pt x="944" y="1467"/>
                </a:cubicBezTo>
                <a:lnTo>
                  <a:pt x="786" y="1511"/>
                </a:lnTo>
                <a:close/>
                <a:moveTo>
                  <a:pt x="970" y="1459"/>
                </a:moveTo>
                <a:cubicBezTo>
                  <a:pt x="970" y="1458"/>
                  <a:pt x="970" y="1458"/>
                  <a:pt x="969" y="1457"/>
                </a:cubicBezTo>
                <a:cubicBezTo>
                  <a:pt x="982" y="1447"/>
                  <a:pt x="982" y="1447"/>
                  <a:pt x="982" y="1447"/>
                </a:cubicBezTo>
                <a:cubicBezTo>
                  <a:pt x="1125" y="1401"/>
                  <a:pt x="1125" y="1401"/>
                  <a:pt x="1125" y="1401"/>
                </a:cubicBezTo>
                <a:lnTo>
                  <a:pt x="970" y="1459"/>
                </a:lnTo>
                <a:close/>
                <a:moveTo>
                  <a:pt x="988" y="1442"/>
                </a:moveTo>
                <a:cubicBezTo>
                  <a:pt x="1082" y="1366"/>
                  <a:pt x="1082" y="1366"/>
                  <a:pt x="1082" y="1366"/>
                </a:cubicBezTo>
                <a:cubicBezTo>
                  <a:pt x="1165" y="1381"/>
                  <a:pt x="1165" y="1381"/>
                  <a:pt x="1165" y="1381"/>
                </a:cubicBezTo>
                <a:cubicBezTo>
                  <a:pt x="1165" y="1382"/>
                  <a:pt x="1165" y="1382"/>
                  <a:pt x="1165" y="1382"/>
                </a:cubicBezTo>
                <a:cubicBezTo>
                  <a:pt x="1165" y="1383"/>
                  <a:pt x="1165" y="1384"/>
                  <a:pt x="1165" y="1385"/>
                </a:cubicBezTo>
                <a:lnTo>
                  <a:pt x="988" y="1442"/>
                </a:lnTo>
                <a:close/>
                <a:moveTo>
                  <a:pt x="1181" y="1370"/>
                </a:moveTo>
                <a:cubicBezTo>
                  <a:pt x="1211" y="1260"/>
                  <a:pt x="1211" y="1260"/>
                  <a:pt x="1211" y="1260"/>
                </a:cubicBezTo>
                <a:cubicBezTo>
                  <a:pt x="1292" y="1194"/>
                  <a:pt x="1292" y="1194"/>
                  <a:pt x="1292" y="1194"/>
                </a:cubicBezTo>
                <a:cubicBezTo>
                  <a:pt x="1292" y="1195"/>
                  <a:pt x="1293" y="1195"/>
                  <a:pt x="1293" y="1196"/>
                </a:cubicBezTo>
                <a:cubicBezTo>
                  <a:pt x="1183" y="1371"/>
                  <a:pt x="1183" y="1371"/>
                  <a:pt x="1183" y="1371"/>
                </a:cubicBezTo>
                <a:cubicBezTo>
                  <a:pt x="1182" y="1371"/>
                  <a:pt x="1182" y="1370"/>
                  <a:pt x="1181" y="1370"/>
                </a:cubicBezTo>
                <a:close/>
                <a:moveTo>
                  <a:pt x="1295" y="1197"/>
                </a:moveTo>
                <a:cubicBezTo>
                  <a:pt x="1297" y="1198"/>
                  <a:pt x="1300" y="1199"/>
                  <a:pt x="1302" y="1199"/>
                </a:cubicBezTo>
                <a:cubicBezTo>
                  <a:pt x="1305" y="1199"/>
                  <a:pt x="1308" y="1198"/>
                  <a:pt x="1310" y="1197"/>
                </a:cubicBezTo>
                <a:cubicBezTo>
                  <a:pt x="1199" y="1350"/>
                  <a:pt x="1199" y="1350"/>
                  <a:pt x="1199" y="1350"/>
                </a:cubicBezTo>
                <a:lnTo>
                  <a:pt x="1295" y="1197"/>
                </a:lnTo>
                <a:close/>
                <a:moveTo>
                  <a:pt x="1315" y="1190"/>
                </a:moveTo>
                <a:cubicBezTo>
                  <a:pt x="1316" y="1188"/>
                  <a:pt x="1316" y="1186"/>
                  <a:pt x="1316" y="1184"/>
                </a:cubicBezTo>
                <a:cubicBezTo>
                  <a:pt x="1316" y="1180"/>
                  <a:pt x="1315" y="1177"/>
                  <a:pt x="1312" y="1174"/>
                </a:cubicBezTo>
                <a:cubicBezTo>
                  <a:pt x="1428" y="1034"/>
                  <a:pt x="1428" y="1034"/>
                  <a:pt x="1428" y="1034"/>
                </a:cubicBezTo>
                <a:lnTo>
                  <a:pt x="1315" y="119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 w="3175" cap="flat" cmpd="sng" algn="ctr">
            <a:solidFill>
              <a:srgbClr val="A2DAFC">
                <a:alpha val="0"/>
              </a:srgbClr>
            </a:solidFill>
            <a:prstDash val="sysDash"/>
            <a:miter lim="800000"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434340" fontAlgn="ctr">
              <a:buClr>
                <a:prstClr val="white"/>
              </a:buClr>
              <a:buSzPct val="60000"/>
              <a:defRPr/>
            </a:pPr>
            <a:endParaRPr lang="en-US" altLang="zh-CN" sz="1255" kern="0" dirty="0">
              <a:solidFill>
                <a:srgbClr val="FFFFFF"/>
              </a:solidFill>
              <a:latin typeface="Arial" panose="020B0604020202020204" pitchFamily="34" charset="0"/>
              <a:ea typeface="方正兰亭中黑_GBK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70"/>
          <p:cNvSpPr txBox="1">
            <a:spLocks noChangeArrowheads="1"/>
          </p:cNvSpPr>
          <p:nvPr userDrawn="1"/>
        </p:nvSpPr>
        <p:spPr bwMode="auto">
          <a:xfrm>
            <a:off x="8466769" y="4791535"/>
            <a:ext cx="804680" cy="121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eaLnBrk="0" hangingPunct="0">
              <a:lnSpc>
                <a:spcPct val="85000"/>
              </a:lnSpc>
              <a:defRPr sz="8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342900" marR="0" lvl="0" indent="-342900" algn="l" defTabSz="914400" rtl="0" eaLnBrk="0" fontAlgn="auto" latinLnBrk="0" hangingPunct="0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altLang="zh-CN" sz="825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Page</a:t>
            </a:r>
            <a:r>
              <a:rPr kumimoji="0" lang="de-DE" altLang="zh-CN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fld id="{9AF3E006-0DD7-4117-98AF-6176FF0CCA23}" type="slidenum">
              <a:rPr kumimoji="0" lang="de-DE" altLang="zh-CN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</a:fld>
            <a:endParaRPr kumimoji="0" lang="en-GB" altLang="zh-CN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 userDrawn="1"/>
        </p:nvCxnSpPr>
        <p:spPr bwMode="auto">
          <a:xfrm>
            <a:off x="0" y="4845492"/>
            <a:ext cx="8359200" cy="1588"/>
          </a:xfrm>
          <a:prstGeom prst="line">
            <a:avLst/>
          </a:prstGeom>
          <a:noFill/>
          <a:ln w="12700" cap="flat" cmpd="sng" algn="ctr">
            <a:solidFill>
              <a:srgbClr val="003C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/>
          <p:cNvCxnSpPr/>
          <p:nvPr userDrawn="1"/>
        </p:nvCxnSpPr>
        <p:spPr bwMode="auto">
          <a:xfrm flipV="1">
            <a:off x="0" y="4979762"/>
            <a:ext cx="7683420" cy="1396"/>
          </a:xfrm>
          <a:prstGeom prst="line">
            <a:avLst/>
          </a:prstGeom>
          <a:noFill/>
          <a:ln w="9525" cap="flat" cmpd="sng" algn="ctr">
            <a:solidFill>
              <a:srgbClr val="20AEE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524219" y="303256"/>
            <a:ext cx="5421163" cy="781050"/>
          </a:xfrm>
          <a:prstGeom prst="rect">
            <a:avLst/>
          </a:prstGeom>
        </p:spPr>
        <p:txBody>
          <a:bodyPr/>
          <a:lstStyle>
            <a:lvl1pPr>
              <a:buNone/>
              <a:defRPr sz="2700" b="1">
                <a:solidFill>
                  <a:srgbClr val="003C96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300ppi\资源 4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3"/>
          <p:cNvSpPr txBox="1">
            <a:spLocks noChangeArrowheads="1"/>
          </p:cNvSpPr>
          <p:nvPr/>
        </p:nvSpPr>
        <p:spPr>
          <a:xfrm>
            <a:off x="380365" y="822960"/>
            <a:ext cx="8383270" cy="1848485"/>
          </a:xfrm>
          <a:prstGeom prst="rect">
            <a:avLst/>
          </a:prstGeom>
        </p:spPr>
        <p:txBody>
          <a:bodyPr/>
          <a:lstStyle/>
          <a:p>
            <a:pPr algn="ctr" defTabSz="802005" eaLnBrk="0" hangingPunct="0">
              <a:defRPr/>
            </a:pPr>
            <a:r>
              <a:rPr lang="zh-CN" alt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榆林市横山区智慧城市（一期）项目</a:t>
            </a:r>
            <a:endParaRPr lang="zh-CN" altLang="en-US" sz="32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02005" eaLnBrk="0" hangingPunct="0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立项汇报</a:t>
            </a:r>
            <a:endParaRPr lang="en-US" altLang="zh-CN" sz="32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02005" eaLnBrk="0" hangingPunct="0">
              <a:defRPr/>
            </a:pPr>
            <a:endParaRPr lang="zh-CN" altLang="en-US" sz="32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7725" y="2845435"/>
            <a:ext cx="28257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汇报人：周高峰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2023年11月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r>
              <a:rPr lang="zh-CN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02625" y="7150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67690" y="1852930"/>
            <a:ext cx="2408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2C50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Regular" panose="020B0500000000000000" charset="-122"/>
              </a:rPr>
              <a:t>目录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C50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Regular" panose="020B0500000000000000" charset="-122"/>
            </a:endParaRPr>
          </a:p>
        </p:txBody>
      </p:sp>
      <p:sp>
        <p:nvSpPr>
          <p:cNvPr id="4" name="矩形 42"/>
          <p:cNvSpPr/>
          <p:nvPr>
            <p:custDataLst>
              <p:tags r:id="rId3"/>
            </p:custDataLst>
          </p:nvPr>
        </p:nvSpPr>
        <p:spPr>
          <a:xfrm rot="1800000">
            <a:off x="4326890" y="606425"/>
            <a:ext cx="4402455" cy="1558290"/>
          </a:xfrm>
          <a:custGeom>
            <a:avLst/>
            <a:gdLst>
              <a:gd name="connsiteX0" fmla="*/ 0 w 9413612"/>
              <a:gd name="connsiteY0" fmla="*/ 0 h 1963207"/>
              <a:gd name="connsiteX1" fmla="*/ 9413612 w 9413612"/>
              <a:gd name="connsiteY1" fmla="*/ 0 h 1963207"/>
              <a:gd name="connsiteX2" fmla="*/ 9413612 w 9413612"/>
              <a:gd name="connsiteY2" fmla="*/ 1963207 h 1963207"/>
              <a:gd name="connsiteX3" fmla="*/ 0 w 9413612"/>
              <a:gd name="connsiteY3" fmla="*/ 1963207 h 1963207"/>
              <a:gd name="connsiteX4" fmla="*/ 0 w 9413612"/>
              <a:gd name="connsiteY4" fmla="*/ 0 h 1963207"/>
              <a:gd name="connsiteX0-1" fmla="*/ 0 w 9413612"/>
              <a:gd name="connsiteY0-2" fmla="*/ 18933 h 1982140"/>
              <a:gd name="connsiteX1-3" fmla="*/ 6870575 w 9413612"/>
              <a:gd name="connsiteY1-4" fmla="*/ 0 h 1982140"/>
              <a:gd name="connsiteX2-5" fmla="*/ 9413612 w 9413612"/>
              <a:gd name="connsiteY2-6" fmla="*/ 18933 h 1982140"/>
              <a:gd name="connsiteX3-7" fmla="*/ 9413612 w 9413612"/>
              <a:gd name="connsiteY3-8" fmla="*/ 1982140 h 1982140"/>
              <a:gd name="connsiteX4-9" fmla="*/ 0 w 9413612"/>
              <a:gd name="connsiteY4-10" fmla="*/ 1982140 h 1982140"/>
              <a:gd name="connsiteX5" fmla="*/ 0 w 9413612"/>
              <a:gd name="connsiteY5" fmla="*/ 18933 h 1982140"/>
              <a:gd name="connsiteX0-11" fmla="*/ 0 w 9413612"/>
              <a:gd name="connsiteY0-12" fmla="*/ 18933 h 1984242"/>
              <a:gd name="connsiteX1-13" fmla="*/ 6870575 w 9413612"/>
              <a:gd name="connsiteY1-14" fmla="*/ 0 h 1984242"/>
              <a:gd name="connsiteX2-15" fmla="*/ 9413612 w 9413612"/>
              <a:gd name="connsiteY2-16" fmla="*/ 18933 h 1984242"/>
              <a:gd name="connsiteX3-17" fmla="*/ 9413612 w 9413612"/>
              <a:gd name="connsiteY3-18" fmla="*/ 1982140 h 1984242"/>
              <a:gd name="connsiteX4-19" fmla="*/ 4241485 w 9413612"/>
              <a:gd name="connsiteY4-20" fmla="*/ 1984242 h 1984242"/>
              <a:gd name="connsiteX5-21" fmla="*/ 0 w 9413612"/>
              <a:gd name="connsiteY5-22" fmla="*/ 1982140 h 1984242"/>
              <a:gd name="connsiteX6" fmla="*/ 0 w 9413612"/>
              <a:gd name="connsiteY6" fmla="*/ 18933 h 1984242"/>
              <a:gd name="connsiteX0-23" fmla="*/ 0 w 9413612"/>
              <a:gd name="connsiteY0-24" fmla="*/ 18933 h 1984242"/>
              <a:gd name="connsiteX1-25" fmla="*/ 6870575 w 9413612"/>
              <a:gd name="connsiteY1-26" fmla="*/ 0 h 1984242"/>
              <a:gd name="connsiteX2-27" fmla="*/ 9413612 w 9413612"/>
              <a:gd name="connsiteY2-28" fmla="*/ 18933 h 1984242"/>
              <a:gd name="connsiteX3-29" fmla="*/ 9413612 w 9413612"/>
              <a:gd name="connsiteY3-30" fmla="*/ 1982140 h 1984242"/>
              <a:gd name="connsiteX4-31" fmla="*/ 4241485 w 9413612"/>
              <a:gd name="connsiteY4-32" fmla="*/ 1984242 h 1984242"/>
              <a:gd name="connsiteX5-33" fmla="*/ 0 w 9413612"/>
              <a:gd name="connsiteY5-34" fmla="*/ 18933 h 1984242"/>
              <a:gd name="connsiteX0-35" fmla="*/ 0 w 5172127"/>
              <a:gd name="connsiteY0-36" fmla="*/ 1984242 h 1984242"/>
              <a:gd name="connsiteX1-37" fmla="*/ 2629090 w 5172127"/>
              <a:gd name="connsiteY1-38" fmla="*/ 0 h 1984242"/>
              <a:gd name="connsiteX2-39" fmla="*/ 5172127 w 5172127"/>
              <a:gd name="connsiteY2-40" fmla="*/ 18933 h 1984242"/>
              <a:gd name="connsiteX3-41" fmla="*/ 5172127 w 5172127"/>
              <a:gd name="connsiteY3-42" fmla="*/ 1982140 h 1984242"/>
              <a:gd name="connsiteX4-43" fmla="*/ 0 w 5172127"/>
              <a:gd name="connsiteY4-44" fmla="*/ 1984242 h 1984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72127" h="1984242">
                <a:moveTo>
                  <a:pt x="0" y="1984242"/>
                </a:moveTo>
                <a:lnTo>
                  <a:pt x="2629090" y="0"/>
                </a:lnTo>
                <a:lnTo>
                  <a:pt x="5172127" y="18933"/>
                </a:lnTo>
                <a:lnTo>
                  <a:pt x="5172127" y="1982140"/>
                </a:lnTo>
                <a:lnTo>
                  <a:pt x="0" y="198424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rgbClr val="F2F2F2">
                  <a:alpha val="0"/>
                </a:srgb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5190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 rot="0">
            <a:off x="4112895" y="694055"/>
            <a:ext cx="2970530" cy="408940"/>
            <a:chOff x="6085854" y="2001689"/>
            <a:chExt cx="3489876" cy="521055"/>
          </a:xfrm>
        </p:grpSpPr>
        <p:sp>
          <p:nvSpPr>
            <p:cNvPr id="6" name="圆角矩形 1"/>
            <p:cNvSpPr/>
            <p:nvPr>
              <p:custDataLst>
                <p:tags r:id="rId4"/>
              </p:custDataLst>
            </p:nvPr>
          </p:nvSpPr>
          <p:spPr>
            <a:xfrm>
              <a:off x="6085854" y="2001689"/>
              <a:ext cx="3489876" cy="52105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rgbClr val="2D51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6505697" y="2071319"/>
              <a:ext cx="2313207" cy="42962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srgbClr val="2D519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01.</a:t>
              </a:r>
              <a:r>
                <a:rPr lang="zh-CN" altLang="en-US" sz="1600" dirty="0">
                  <a:solidFill>
                    <a:srgbClr val="2D51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项目建设简介</a:t>
              </a:r>
              <a:endParaRPr lang="zh-CN" altLang="en-US" sz="1600" dirty="0">
                <a:solidFill>
                  <a:srgbClr val="2D51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8" name="矩形 42"/>
          <p:cNvSpPr/>
          <p:nvPr>
            <p:custDataLst>
              <p:tags r:id="rId6"/>
            </p:custDataLst>
          </p:nvPr>
        </p:nvSpPr>
        <p:spPr>
          <a:xfrm rot="1800000">
            <a:off x="4326890" y="1315720"/>
            <a:ext cx="4402455" cy="1558290"/>
          </a:xfrm>
          <a:custGeom>
            <a:avLst/>
            <a:gdLst>
              <a:gd name="connsiteX0" fmla="*/ 0 w 9413612"/>
              <a:gd name="connsiteY0" fmla="*/ 0 h 1963207"/>
              <a:gd name="connsiteX1" fmla="*/ 9413612 w 9413612"/>
              <a:gd name="connsiteY1" fmla="*/ 0 h 1963207"/>
              <a:gd name="connsiteX2" fmla="*/ 9413612 w 9413612"/>
              <a:gd name="connsiteY2" fmla="*/ 1963207 h 1963207"/>
              <a:gd name="connsiteX3" fmla="*/ 0 w 9413612"/>
              <a:gd name="connsiteY3" fmla="*/ 1963207 h 1963207"/>
              <a:gd name="connsiteX4" fmla="*/ 0 w 9413612"/>
              <a:gd name="connsiteY4" fmla="*/ 0 h 1963207"/>
              <a:gd name="connsiteX0-1" fmla="*/ 0 w 9413612"/>
              <a:gd name="connsiteY0-2" fmla="*/ 18933 h 1982140"/>
              <a:gd name="connsiteX1-3" fmla="*/ 6870575 w 9413612"/>
              <a:gd name="connsiteY1-4" fmla="*/ 0 h 1982140"/>
              <a:gd name="connsiteX2-5" fmla="*/ 9413612 w 9413612"/>
              <a:gd name="connsiteY2-6" fmla="*/ 18933 h 1982140"/>
              <a:gd name="connsiteX3-7" fmla="*/ 9413612 w 9413612"/>
              <a:gd name="connsiteY3-8" fmla="*/ 1982140 h 1982140"/>
              <a:gd name="connsiteX4-9" fmla="*/ 0 w 9413612"/>
              <a:gd name="connsiteY4-10" fmla="*/ 1982140 h 1982140"/>
              <a:gd name="connsiteX5" fmla="*/ 0 w 9413612"/>
              <a:gd name="connsiteY5" fmla="*/ 18933 h 1982140"/>
              <a:gd name="connsiteX0-11" fmla="*/ 0 w 9413612"/>
              <a:gd name="connsiteY0-12" fmla="*/ 18933 h 1984242"/>
              <a:gd name="connsiteX1-13" fmla="*/ 6870575 w 9413612"/>
              <a:gd name="connsiteY1-14" fmla="*/ 0 h 1984242"/>
              <a:gd name="connsiteX2-15" fmla="*/ 9413612 w 9413612"/>
              <a:gd name="connsiteY2-16" fmla="*/ 18933 h 1984242"/>
              <a:gd name="connsiteX3-17" fmla="*/ 9413612 w 9413612"/>
              <a:gd name="connsiteY3-18" fmla="*/ 1982140 h 1984242"/>
              <a:gd name="connsiteX4-19" fmla="*/ 4241485 w 9413612"/>
              <a:gd name="connsiteY4-20" fmla="*/ 1984242 h 1984242"/>
              <a:gd name="connsiteX5-21" fmla="*/ 0 w 9413612"/>
              <a:gd name="connsiteY5-22" fmla="*/ 1982140 h 1984242"/>
              <a:gd name="connsiteX6" fmla="*/ 0 w 9413612"/>
              <a:gd name="connsiteY6" fmla="*/ 18933 h 1984242"/>
              <a:gd name="connsiteX0-23" fmla="*/ 0 w 9413612"/>
              <a:gd name="connsiteY0-24" fmla="*/ 18933 h 1984242"/>
              <a:gd name="connsiteX1-25" fmla="*/ 6870575 w 9413612"/>
              <a:gd name="connsiteY1-26" fmla="*/ 0 h 1984242"/>
              <a:gd name="connsiteX2-27" fmla="*/ 9413612 w 9413612"/>
              <a:gd name="connsiteY2-28" fmla="*/ 18933 h 1984242"/>
              <a:gd name="connsiteX3-29" fmla="*/ 9413612 w 9413612"/>
              <a:gd name="connsiteY3-30" fmla="*/ 1982140 h 1984242"/>
              <a:gd name="connsiteX4-31" fmla="*/ 4241485 w 9413612"/>
              <a:gd name="connsiteY4-32" fmla="*/ 1984242 h 1984242"/>
              <a:gd name="connsiteX5-33" fmla="*/ 0 w 9413612"/>
              <a:gd name="connsiteY5-34" fmla="*/ 18933 h 1984242"/>
              <a:gd name="connsiteX0-35" fmla="*/ 0 w 5172127"/>
              <a:gd name="connsiteY0-36" fmla="*/ 1984242 h 1984242"/>
              <a:gd name="connsiteX1-37" fmla="*/ 2629090 w 5172127"/>
              <a:gd name="connsiteY1-38" fmla="*/ 0 h 1984242"/>
              <a:gd name="connsiteX2-39" fmla="*/ 5172127 w 5172127"/>
              <a:gd name="connsiteY2-40" fmla="*/ 18933 h 1984242"/>
              <a:gd name="connsiteX3-41" fmla="*/ 5172127 w 5172127"/>
              <a:gd name="connsiteY3-42" fmla="*/ 1982140 h 1984242"/>
              <a:gd name="connsiteX4-43" fmla="*/ 0 w 5172127"/>
              <a:gd name="connsiteY4-44" fmla="*/ 1984242 h 1984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72127" h="1984242">
                <a:moveTo>
                  <a:pt x="0" y="1984242"/>
                </a:moveTo>
                <a:lnTo>
                  <a:pt x="2629090" y="0"/>
                </a:lnTo>
                <a:lnTo>
                  <a:pt x="5172127" y="18933"/>
                </a:lnTo>
                <a:lnTo>
                  <a:pt x="5172127" y="1982140"/>
                </a:lnTo>
                <a:lnTo>
                  <a:pt x="0" y="198424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rgbClr val="F2F2F2">
                  <a:alpha val="0"/>
                </a:srgb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5190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 rot="0">
            <a:off x="4112895" y="1397635"/>
            <a:ext cx="2970530" cy="409306"/>
            <a:chOff x="6085854" y="2852040"/>
            <a:chExt cx="3489876" cy="521055"/>
          </a:xfrm>
        </p:grpSpPr>
        <p:sp>
          <p:nvSpPr>
            <p:cNvPr id="10" name="圆角矩形 32"/>
            <p:cNvSpPr/>
            <p:nvPr>
              <p:custDataLst>
                <p:tags r:id="rId7"/>
              </p:custDataLst>
            </p:nvPr>
          </p:nvSpPr>
          <p:spPr>
            <a:xfrm>
              <a:off x="6085854" y="2852040"/>
              <a:ext cx="3489876" cy="52105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rgbClr val="2D51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6506609" y="2912668"/>
              <a:ext cx="3062407" cy="42924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srgbClr val="2D519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02.</a:t>
              </a:r>
              <a:r>
                <a:rPr lang="zh-CN" altLang="en-US" sz="1600" dirty="0">
                  <a:solidFill>
                    <a:srgbClr val="2D51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总体架构</a:t>
              </a:r>
              <a:endParaRPr lang="zh-CN" altLang="en-US" sz="1600" dirty="0">
                <a:solidFill>
                  <a:srgbClr val="2D51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2" name="矩形 42"/>
          <p:cNvSpPr/>
          <p:nvPr>
            <p:custDataLst>
              <p:tags r:id="rId9"/>
            </p:custDataLst>
          </p:nvPr>
        </p:nvSpPr>
        <p:spPr>
          <a:xfrm rot="1800000">
            <a:off x="4326890" y="2021205"/>
            <a:ext cx="4402455" cy="1558290"/>
          </a:xfrm>
          <a:custGeom>
            <a:avLst/>
            <a:gdLst>
              <a:gd name="connsiteX0" fmla="*/ 0 w 9413612"/>
              <a:gd name="connsiteY0" fmla="*/ 0 h 1963207"/>
              <a:gd name="connsiteX1" fmla="*/ 9413612 w 9413612"/>
              <a:gd name="connsiteY1" fmla="*/ 0 h 1963207"/>
              <a:gd name="connsiteX2" fmla="*/ 9413612 w 9413612"/>
              <a:gd name="connsiteY2" fmla="*/ 1963207 h 1963207"/>
              <a:gd name="connsiteX3" fmla="*/ 0 w 9413612"/>
              <a:gd name="connsiteY3" fmla="*/ 1963207 h 1963207"/>
              <a:gd name="connsiteX4" fmla="*/ 0 w 9413612"/>
              <a:gd name="connsiteY4" fmla="*/ 0 h 1963207"/>
              <a:gd name="connsiteX0-1" fmla="*/ 0 w 9413612"/>
              <a:gd name="connsiteY0-2" fmla="*/ 18933 h 1982140"/>
              <a:gd name="connsiteX1-3" fmla="*/ 6870575 w 9413612"/>
              <a:gd name="connsiteY1-4" fmla="*/ 0 h 1982140"/>
              <a:gd name="connsiteX2-5" fmla="*/ 9413612 w 9413612"/>
              <a:gd name="connsiteY2-6" fmla="*/ 18933 h 1982140"/>
              <a:gd name="connsiteX3-7" fmla="*/ 9413612 w 9413612"/>
              <a:gd name="connsiteY3-8" fmla="*/ 1982140 h 1982140"/>
              <a:gd name="connsiteX4-9" fmla="*/ 0 w 9413612"/>
              <a:gd name="connsiteY4-10" fmla="*/ 1982140 h 1982140"/>
              <a:gd name="connsiteX5" fmla="*/ 0 w 9413612"/>
              <a:gd name="connsiteY5" fmla="*/ 18933 h 1982140"/>
              <a:gd name="connsiteX0-11" fmla="*/ 0 w 9413612"/>
              <a:gd name="connsiteY0-12" fmla="*/ 18933 h 1984242"/>
              <a:gd name="connsiteX1-13" fmla="*/ 6870575 w 9413612"/>
              <a:gd name="connsiteY1-14" fmla="*/ 0 h 1984242"/>
              <a:gd name="connsiteX2-15" fmla="*/ 9413612 w 9413612"/>
              <a:gd name="connsiteY2-16" fmla="*/ 18933 h 1984242"/>
              <a:gd name="connsiteX3-17" fmla="*/ 9413612 w 9413612"/>
              <a:gd name="connsiteY3-18" fmla="*/ 1982140 h 1984242"/>
              <a:gd name="connsiteX4-19" fmla="*/ 4241485 w 9413612"/>
              <a:gd name="connsiteY4-20" fmla="*/ 1984242 h 1984242"/>
              <a:gd name="connsiteX5-21" fmla="*/ 0 w 9413612"/>
              <a:gd name="connsiteY5-22" fmla="*/ 1982140 h 1984242"/>
              <a:gd name="connsiteX6" fmla="*/ 0 w 9413612"/>
              <a:gd name="connsiteY6" fmla="*/ 18933 h 1984242"/>
              <a:gd name="connsiteX0-23" fmla="*/ 0 w 9413612"/>
              <a:gd name="connsiteY0-24" fmla="*/ 18933 h 1984242"/>
              <a:gd name="connsiteX1-25" fmla="*/ 6870575 w 9413612"/>
              <a:gd name="connsiteY1-26" fmla="*/ 0 h 1984242"/>
              <a:gd name="connsiteX2-27" fmla="*/ 9413612 w 9413612"/>
              <a:gd name="connsiteY2-28" fmla="*/ 18933 h 1984242"/>
              <a:gd name="connsiteX3-29" fmla="*/ 9413612 w 9413612"/>
              <a:gd name="connsiteY3-30" fmla="*/ 1982140 h 1984242"/>
              <a:gd name="connsiteX4-31" fmla="*/ 4241485 w 9413612"/>
              <a:gd name="connsiteY4-32" fmla="*/ 1984242 h 1984242"/>
              <a:gd name="connsiteX5-33" fmla="*/ 0 w 9413612"/>
              <a:gd name="connsiteY5-34" fmla="*/ 18933 h 1984242"/>
              <a:gd name="connsiteX0-35" fmla="*/ 0 w 5172127"/>
              <a:gd name="connsiteY0-36" fmla="*/ 1984242 h 1984242"/>
              <a:gd name="connsiteX1-37" fmla="*/ 2629090 w 5172127"/>
              <a:gd name="connsiteY1-38" fmla="*/ 0 h 1984242"/>
              <a:gd name="connsiteX2-39" fmla="*/ 5172127 w 5172127"/>
              <a:gd name="connsiteY2-40" fmla="*/ 18933 h 1984242"/>
              <a:gd name="connsiteX3-41" fmla="*/ 5172127 w 5172127"/>
              <a:gd name="connsiteY3-42" fmla="*/ 1982140 h 1984242"/>
              <a:gd name="connsiteX4-43" fmla="*/ 0 w 5172127"/>
              <a:gd name="connsiteY4-44" fmla="*/ 1984242 h 1984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72127" h="1984242">
                <a:moveTo>
                  <a:pt x="0" y="1984242"/>
                </a:moveTo>
                <a:lnTo>
                  <a:pt x="2629090" y="0"/>
                </a:lnTo>
                <a:lnTo>
                  <a:pt x="5172127" y="18933"/>
                </a:lnTo>
                <a:lnTo>
                  <a:pt x="5172127" y="1982140"/>
                </a:lnTo>
                <a:lnTo>
                  <a:pt x="0" y="198424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rgbClr val="F2F2F2">
                  <a:alpha val="0"/>
                </a:srgb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5190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 rot="0">
            <a:off x="4112895" y="2090420"/>
            <a:ext cx="2970530" cy="408940"/>
            <a:chOff x="6085854" y="3702391"/>
            <a:chExt cx="3489876" cy="521055"/>
          </a:xfrm>
        </p:grpSpPr>
        <p:sp>
          <p:nvSpPr>
            <p:cNvPr id="14" name="圆角矩形 33"/>
            <p:cNvSpPr/>
            <p:nvPr>
              <p:custDataLst>
                <p:tags r:id="rId10"/>
              </p:custDataLst>
            </p:nvPr>
          </p:nvSpPr>
          <p:spPr>
            <a:xfrm>
              <a:off x="6085854" y="3702391"/>
              <a:ext cx="3489876" cy="52105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rgbClr val="2D51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6479060" y="3762863"/>
              <a:ext cx="2567197" cy="42962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srgbClr val="2D519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03.</a:t>
              </a:r>
              <a:r>
                <a:rPr lang="zh-CN" altLang="en-US" sz="1600" dirty="0">
                  <a:solidFill>
                    <a:srgbClr val="2D51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项目关键里程碑</a:t>
              </a:r>
              <a:endParaRPr lang="zh-CN" altLang="en-US" sz="1600" dirty="0">
                <a:solidFill>
                  <a:srgbClr val="2D51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6" name="矩形 42"/>
          <p:cNvSpPr/>
          <p:nvPr>
            <p:custDataLst>
              <p:tags r:id="rId12"/>
            </p:custDataLst>
          </p:nvPr>
        </p:nvSpPr>
        <p:spPr>
          <a:xfrm rot="1800000">
            <a:off x="4326890" y="2727325"/>
            <a:ext cx="4402455" cy="1558290"/>
          </a:xfrm>
          <a:custGeom>
            <a:avLst/>
            <a:gdLst>
              <a:gd name="connsiteX0" fmla="*/ 0 w 9413612"/>
              <a:gd name="connsiteY0" fmla="*/ 0 h 1963207"/>
              <a:gd name="connsiteX1" fmla="*/ 9413612 w 9413612"/>
              <a:gd name="connsiteY1" fmla="*/ 0 h 1963207"/>
              <a:gd name="connsiteX2" fmla="*/ 9413612 w 9413612"/>
              <a:gd name="connsiteY2" fmla="*/ 1963207 h 1963207"/>
              <a:gd name="connsiteX3" fmla="*/ 0 w 9413612"/>
              <a:gd name="connsiteY3" fmla="*/ 1963207 h 1963207"/>
              <a:gd name="connsiteX4" fmla="*/ 0 w 9413612"/>
              <a:gd name="connsiteY4" fmla="*/ 0 h 1963207"/>
              <a:gd name="connsiteX0-1" fmla="*/ 0 w 9413612"/>
              <a:gd name="connsiteY0-2" fmla="*/ 18933 h 1982140"/>
              <a:gd name="connsiteX1-3" fmla="*/ 6870575 w 9413612"/>
              <a:gd name="connsiteY1-4" fmla="*/ 0 h 1982140"/>
              <a:gd name="connsiteX2-5" fmla="*/ 9413612 w 9413612"/>
              <a:gd name="connsiteY2-6" fmla="*/ 18933 h 1982140"/>
              <a:gd name="connsiteX3-7" fmla="*/ 9413612 w 9413612"/>
              <a:gd name="connsiteY3-8" fmla="*/ 1982140 h 1982140"/>
              <a:gd name="connsiteX4-9" fmla="*/ 0 w 9413612"/>
              <a:gd name="connsiteY4-10" fmla="*/ 1982140 h 1982140"/>
              <a:gd name="connsiteX5" fmla="*/ 0 w 9413612"/>
              <a:gd name="connsiteY5" fmla="*/ 18933 h 1982140"/>
              <a:gd name="connsiteX0-11" fmla="*/ 0 w 9413612"/>
              <a:gd name="connsiteY0-12" fmla="*/ 18933 h 1984242"/>
              <a:gd name="connsiteX1-13" fmla="*/ 6870575 w 9413612"/>
              <a:gd name="connsiteY1-14" fmla="*/ 0 h 1984242"/>
              <a:gd name="connsiteX2-15" fmla="*/ 9413612 w 9413612"/>
              <a:gd name="connsiteY2-16" fmla="*/ 18933 h 1984242"/>
              <a:gd name="connsiteX3-17" fmla="*/ 9413612 w 9413612"/>
              <a:gd name="connsiteY3-18" fmla="*/ 1982140 h 1984242"/>
              <a:gd name="connsiteX4-19" fmla="*/ 4241485 w 9413612"/>
              <a:gd name="connsiteY4-20" fmla="*/ 1984242 h 1984242"/>
              <a:gd name="connsiteX5-21" fmla="*/ 0 w 9413612"/>
              <a:gd name="connsiteY5-22" fmla="*/ 1982140 h 1984242"/>
              <a:gd name="connsiteX6" fmla="*/ 0 w 9413612"/>
              <a:gd name="connsiteY6" fmla="*/ 18933 h 1984242"/>
              <a:gd name="connsiteX0-23" fmla="*/ 0 w 9413612"/>
              <a:gd name="connsiteY0-24" fmla="*/ 18933 h 1984242"/>
              <a:gd name="connsiteX1-25" fmla="*/ 6870575 w 9413612"/>
              <a:gd name="connsiteY1-26" fmla="*/ 0 h 1984242"/>
              <a:gd name="connsiteX2-27" fmla="*/ 9413612 w 9413612"/>
              <a:gd name="connsiteY2-28" fmla="*/ 18933 h 1984242"/>
              <a:gd name="connsiteX3-29" fmla="*/ 9413612 w 9413612"/>
              <a:gd name="connsiteY3-30" fmla="*/ 1982140 h 1984242"/>
              <a:gd name="connsiteX4-31" fmla="*/ 4241485 w 9413612"/>
              <a:gd name="connsiteY4-32" fmla="*/ 1984242 h 1984242"/>
              <a:gd name="connsiteX5-33" fmla="*/ 0 w 9413612"/>
              <a:gd name="connsiteY5-34" fmla="*/ 18933 h 1984242"/>
              <a:gd name="connsiteX0-35" fmla="*/ 0 w 5172127"/>
              <a:gd name="connsiteY0-36" fmla="*/ 1984242 h 1984242"/>
              <a:gd name="connsiteX1-37" fmla="*/ 2629090 w 5172127"/>
              <a:gd name="connsiteY1-38" fmla="*/ 0 h 1984242"/>
              <a:gd name="connsiteX2-39" fmla="*/ 5172127 w 5172127"/>
              <a:gd name="connsiteY2-40" fmla="*/ 18933 h 1984242"/>
              <a:gd name="connsiteX3-41" fmla="*/ 5172127 w 5172127"/>
              <a:gd name="connsiteY3-42" fmla="*/ 1982140 h 1984242"/>
              <a:gd name="connsiteX4-43" fmla="*/ 0 w 5172127"/>
              <a:gd name="connsiteY4-44" fmla="*/ 1984242 h 1984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72127" h="1984242">
                <a:moveTo>
                  <a:pt x="0" y="1984242"/>
                </a:moveTo>
                <a:lnTo>
                  <a:pt x="2629090" y="0"/>
                </a:lnTo>
                <a:lnTo>
                  <a:pt x="5172127" y="18933"/>
                </a:lnTo>
                <a:lnTo>
                  <a:pt x="5172127" y="1982140"/>
                </a:lnTo>
                <a:lnTo>
                  <a:pt x="0" y="198424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rgbClr val="F2F2F2">
                  <a:alpha val="0"/>
                </a:srgb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5190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 rot="0">
            <a:off x="4112895" y="2799715"/>
            <a:ext cx="2970530" cy="408940"/>
            <a:chOff x="6085854" y="4552742"/>
            <a:chExt cx="3489876" cy="521055"/>
          </a:xfrm>
        </p:grpSpPr>
        <p:sp>
          <p:nvSpPr>
            <p:cNvPr id="18" name="圆角矩形 34"/>
            <p:cNvSpPr/>
            <p:nvPr>
              <p:custDataLst>
                <p:tags r:id="rId13"/>
              </p:custDataLst>
            </p:nvPr>
          </p:nvSpPr>
          <p:spPr>
            <a:xfrm>
              <a:off x="6085854" y="4552742"/>
              <a:ext cx="3489876" cy="52105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rgbClr val="2D51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4"/>
              </p:custDataLst>
            </p:nvPr>
          </p:nvSpPr>
          <p:spPr>
            <a:xfrm>
              <a:off x="6479059" y="4613214"/>
              <a:ext cx="2567197" cy="42962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srgbClr val="2D519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04.</a:t>
              </a:r>
              <a:r>
                <a:rPr lang="zh-CN" altLang="en-US" sz="1600" dirty="0">
                  <a:solidFill>
                    <a:srgbClr val="2D51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目前工作</a:t>
              </a:r>
              <a:r>
                <a:rPr lang="zh-CN" altLang="en-US" sz="1600" dirty="0">
                  <a:solidFill>
                    <a:srgbClr val="2D51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进展</a:t>
              </a:r>
              <a:endParaRPr lang="zh-CN" altLang="en-US" sz="1600" dirty="0">
                <a:solidFill>
                  <a:srgbClr val="2D51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0" name="矩形 42"/>
          <p:cNvSpPr/>
          <p:nvPr>
            <p:custDataLst>
              <p:tags r:id="rId15"/>
            </p:custDataLst>
          </p:nvPr>
        </p:nvSpPr>
        <p:spPr>
          <a:xfrm rot="1800000">
            <a:off x="4326890" y="3432810"/>
            <a:ext cx="4402455" cy="1558290"/>
          </a:xfrm>
          <a:custGeom>
            <a:avLst/>
            <a:gdLst>
              <a:gd name="connsiteX0" fmla="*/ 0 w 9413612"/>
              <a:gd name="connsiteY0" fmla="*/ 0 h 1963207"/>
              <a:gd name="connsiteX1" fmla="*/ 9413612 w 9413612"/>
              <a:gd name="connsiteY1" fmla="*/ 0 h 1963207"/>
              <a:gd name="connsiteX2" fmla="*/ 9413612 w 9413612"/>
              <a:gd name="connsiteY2" fmla="*/ 1963207 h 1963207"/>
              <a:gd name="connsiteX3" fmla="*/ 0 w 9413612"/>
              <a:gd name="connsiteY3" fmla="*/ 1963207 h 1963207"/>
              <a:gd name="connsiteX4" fmla="*/ 0 w 9413612"/>
              <a:gd name="connsiteY4" fmla="*/ 0 h 1963207"/>
              <a:gd name="connsiteX0-1" fmla="*/ 0 w 9413612"/>
              <a:gd name="connsiteY0-2" fmla="*/ 18933 h 1982140"/>
              <a:gd name="connsiteX1-3" fmla="*/ 6870575 w 9413612"/>
              <a:gd name="connsiteY1-4" fmla="*/ 0 h 1982140"/>
              <a:gd name="connsiteX2-5" fmla="*/ 9413612 w 9413612"/>
              <a:gd name="connsiteY2-6" fmla="*/ 18933 h 1982140"/>
              <a:gd name="connsiteX3-7" fmla="*/ 9413612 w 9413612"/>
              <a:gd name="connsiteY3-8" fmla="*/ 1982140 h 1982140"/>
              <a:gd name="connsiteX4-9" fmla="*/ 0 w 9413612"/>
              <a:gd name="connsiteY4-10" fmla="*/ 1982140 h 1982140"/>
              <a:gd name="connsiteX5" fmla="*/ 0 w 9413612"/>
              <a:gd name="connsiteY5" fmla="*/ 18933 h 1982140"/>
              <a:gd name="connsiteX0-11" fmla="*/ 0 w 9413612"/>
              <a:gd name="connsiteY0-12" fmla="*/ 18933 h 1984242"/>
              <a:gd name="connsiteX1-13" fmla="*/ 6870575 w 9413612"/>
              <a:gd name="connsiteY1-14" fmla="*/ 0 h 1984242"/>
              <a:gd name="connsiteX2-15" fmla="*/ 9413612 w 9413612"/>
              <a:gd name="connsiteY2-16" fmla="*/ 18933 h 1984242"/>
              <a:gd name="connsiteX3-17" fmla="*/ 9413612 w 9413612"/>
              <a:gd name="connsiteY3-18" fmla="*/ 1982140 h 1984242"/>
              <a:gd name="connsiteX4-19" fmla="*/ 4241485 w 9413612"/>
              <a:gd name="connsiteY4-20" fmla="*/ 1984242 h 1984242"/>
              <a:gd name="connsiteX5-21" fmla="*/ 0 w 9413612"/>
              <a:gd name="connsiteY5-22" fmla="*/ 1982140 h 1984242"/>
              <a:gd name="connsiteX6" fmla="*/ 0 w 9413612"/>
              <a:gd name="connsiteY6" fmla="*/ 18933 h 1984242"/>
              <a:gd name="connsiteX0-23" fmla="*/ 0 w 9413612"/>
              <a:gd name="connsiteY0-24" fmla="*/ 18933 h 1984242"/>
              <a:gd name="connsiteX1-25" fmla="*/ 6870575 w 9413612"/>
              <a:gd name="connsiteY1-26" fmla="*/ 0 h 1984242"/>
              <a:gd name="connsiteX2-27" fmla="*/ 9413612 w 9413612"/>
              <a:gd name="connsiteY2-28" fmla="*/ 18933 h 1984242"/>
              <a:gd name="connsiteX3-29" fmla="*/ 9413612 w 9413612"/>
              <a:gd name="connsiteY3-30" fmla="*/ 1982140 h 1984242"/>
              <a:gd name="connsiteX4-31" fmla="*/ 4241485 w 9413612"/>
              <a:gd name="connsiteY4-32" fmla="*/ 1984242 h 1984242"/>
              <a:gd name="connsiteX5-33" fmla="*/ 0 w 9413612"/>
              <a:gd name="connsiteY5-34" fmla="*/ 18933 h 1984242"/>
              <a:gd name="connsiteX0-35" fmla="*/ 0 w 5172127"/>
              <a:gd name="connsiteY0-36" fmla="*/ 1984242 h 1984242"/>
              <a:gd name="connsiteX1-37" fmla="*/ 2629090 w 5172127"/>
              <a:gd name="connsiteY1-38" fmla="*/ 0 h 1984242"/>
              <a:gd name="connsiteX2-39" fmla="*/ 5172127 w 5172127"/>
              <a:gd name="connsiteY2-40" fmla="*/ 18933 h 1984242"/>
              <a:gd name="connsiteX3-41" fmla="*/ 5172127 w 5172127"/>
              <a:gd name="connsiteY3-42" fmla="*/ 1982140 h 1984242"/>
              <a:gd name="connsiteX4-43" fmla="*/ 0 w 5172127"/>
              <a:gd name="connsiteY4-44" fmla="*/ 1984242 h 1984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72127" h="1984242">
                <a:moveTo>
                  <a:pt x="0" y="1984242"/>
                </a:moveTo>
                <a:lnTo>
                  <a:pt x="2629090" y="0"/>
                </a:lnTo>
                <a:lnTo>
                  <a:pt x="5172127" y="18933"/>
                </a:lnTo>
                <a:lnTo>
                  <a:pt x="5172127" y="1982140"/>
                </a:lnTo>
                <a:lnTo>
                  <a:pt x="0" y="198424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rgbClr val="F2F2F2">
                  <a:alpha val="0"/>
                </a:srgb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汉仪旗黑-50简" panose="00020600040101010101" charset="-122"/>
                <a:cs typeface="+mn-cs"/>
              </a:rPr>
              <a:t>·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4112895" y="3505200"/>
            <a:ext cx="2970530" cy="408940"/>
            <a:chOff x="6085854" y="4552742"/>
            <a:chExt cx="3489876" cy="521055"/>
          </a:xfrm>
        </p:grpSpPr>
        <p:sp>
          <p:nvSpPr>
            <p:cNvPr id="22" name="圆角矩形 34"/>
            <p:cNvSpPr/>
            <p:nvPr>
              <p:custDataLst>
                <p:tags r:id="rId16"/>
              </p:custDataLst>
            </p:nvPr>
          </p:nvSpPr>
          <p:spPr>
            <a:xfrm>
              <a:off x="6085854" y="4552742"/>
              <a:ext cx="3489876" cy="52105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6505698" y="4613214"/>
              <a:ext cx="2313207" cy="42962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srgbClr val="2D50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05.</a:t>
              </a:r>
              <a:r>
                <a:rPr lang="zh-CN" altLang="en-US" sz="1600" dirty="0">
                  <a:solidFill>
                    <a:srgbClr val="2D50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后续工作安排</a:t>
              </a:r>
              <a:endParaRPr lang="zh-CN" altLang="en-US" sz="1600" dirty="0">
                <a:solidFill>
                  <a:srgbClr val="2D50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567690" y="2450465"/>
            <a:ext cx="2408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C50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Regular" panose="020B0500000000000000" charset="-122"/>
              </a:rPr>
              <a:t>CONTENTS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2C50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Regular" panose="020B0500000000000000" charset="-122"/>
            </a:endParaRPr>
          </a:p>
        </p:txBody>
      </p:sp>
      <p:sp>
        <p:nvSpPr>
          <p:cNvPr id="25" name="矩形 42"/>
          <p:cNvSpPr/>
          <p:nvPr>
            <p:custDataLst>
              <p:tags r:id="rId19"/>
            </p:custDataLst>
          </p:nvPr>
        </p:nvSpPr>
        <p:spPr>
          <a:xfrm rot="1800000">
            <a:off x="4326977" y="4180134"/>
            <a:ext cx="4402368" cy="1558361"/>
          </a:xfrm>
          <a:custGeom>
            <a:avLst/>
            <a:gdLst>
              <a:gd name="connsiteX0" fmla="*/ 0 w 9413612"/>
              <a:gd name="connsiteY0" fmla="*/ 0 h 1963207"/>
              <a:gd name="connsiteX1" fmla="*/ 9413612 w 9413612"/>
              <a:gd name="connsiteY1" fmla="*/ 0 h 1963207"/>
              <a:gd name="connsiteX2" fmla="*/ 9413612 w 9413612"/>
              <a:gd name="connsiteY2" fmla="*/ 1963207 h 1963207"/>
              <a:gd name="connsiteX3" fmla="*/ 0 w 9413612"/>
              <a:gd name="connsiteY3" fmla="*/ 1963207 h 1963207"/>
              <a:gd name="connsiteX4" fmla="*/ 0 w 9413612"/>
              <a:gd name="connsiteY4" fmla="*/ 0 h 1963207"/>
              <a:gd name="connsiteX0-1" fmla="*/ 0 w 9413612"/>
              <a:gd name="connsiteY0-2" fmla="*/ 18933 h 1982140"/>
              <a:gd name="connsiteX1-3" fmla="*/ 6870575 w 9413612"/>
              <a:gd name="connsiteY1-4" fmla="*/ 0 h 1982140"/>
              <a:gd name="connsiteX2-5" fmla="*/ 9413612 w 9413612"/>
              <a:gd name="connsiteY2-6" fmla="*/ 18933 h 1982140"/>
              <a:gd name="connsiteX3-7" fmla="*/ 9413612 w 9413612"/>
              <a:gd name="connsiteY3-8" fmla="*/ 1982140 h 1982140"/>
              <a:gd name="connsiteX4-9" fmla="*/ 0 w 9413612"/>
              <a:gd name="connsiteY4-10" fmla="*/ 1982140 h 1982140"/>
              <a:gd name="connsiteX5" fmla="*/ 0 w 9413612"/>
              <a:gd name="connsiteY5" fmla="*/ 18933 h 1982140"/>
              <a:gd name="connsiteX0-11" fmla="*/ 0 w 9413612"/>
              <a:gd name="connsiteY0-12" fmla="*/ 18933 h 1984242"/>
              <a:gd name="connsiteX1-13" fmla="*/ 6870575 w 9413612"/>
              <a:gd name="connsiteY1-14" fmla="*/ 0 h 1984242"/>
              <a:gd name="connsiteX2-15" fmla="*/ 9413612 w 9413612"/>
              <a:gd name="connsiteY2-16" fmla="*/ 18933 h 1984242"/>
              <a:gd name="connsiteX3-17" fmla="*/ 9413612 w 9413612"/>
              <a:gd name="connsiteY3-18" fmla="*/ 1982140 h 1984242"/>
              <a:gd name="connsiteX4-19" fmla="*/ 4241485 w 9413612"/>
              <a:gd name="connsiteY4-20" fmla="*/ 1984242 h 1984242"/>
              <a:gd name="connsiteX5-21" fmla="*/ 0 w 9413612"/>
              <a:gd name="connsiteY5-22" fmla="*/ 1982140 h 1984242"/>
              <a:gd name="connsiteX6" fmla="*/ 0 w 9413612"/>
              <a:gd name="connsiteY6" fmla="*/ 18933 h 1984242"/>
              <a:gd name="connsiteX0-23" fmla="*/ 0 w 9413612"/>
              <a:gd name="connsiteY0-24" fmla="*/ 18933 h 1984242"/>
              <a:gd name="connsiteX1-25" fmla="*/ 6870575 w 9413612"/>
              <a:gd name="connsiteY1-26" fmla="*/ 0 h 1984242"/>
              <a:gd name="connsiteX2-27" fmla="*/ 9413612 w 9413612"/>
              <a:gd name="connsiteY2-28" fmla="*/ 18933 h 1984242"/>
              <a:gd name="connsiteX3-29" fmla="*/ 9413612 w 9413612"/>
              <a:gd name="connsiteY3-30" fmla="*/ 1982140 h 1984242"/>
              <a:gd name="connsiteX4-31" fmla="*/ 4241485 w 9413612"/>
              <a:gd name="connsiteY4-32" fmla="*/ 1984242 h 1984242"/>
              <a:gd name="connsiteX5-33" fmla="*/ 0 w 9413612"/>
              <a:gd name="connsiteY5-34" fmla="*/ 18933 h 1984242"/>
              <a:gd name="connsiteX0-35" fmla="*/ 0 w 5172127"/>
              <a:gd name="connsiteY0-36" fmla="*/ 1984242 h 1984242"/>
              <a:gd name="connsiteX1-37" fmla="*/ 2629090 w 5172127"/>
              <a:gd name="connsiteY1-38" fmla="*/ 0 h 1984242"/>
              <a:gd name="connsiteX2-39" fmla="*/ 5172127 w 5172127"/>
              <a:gd name="connsiteY2-40" fmla="*/ 18933 h 1984242"/>
              <a:gd name="connsiteX3-41" fmla="*/ 5172127 w 5172127"/>
              <a:gd name="connsiteY3-42" fmla="*/ 1982140 h 1984242"/>
              <a:gd name="connsiteX4-43" fmla="*/ 0 w 5172127"/>
              <a:gd name="connsiteY4-44" fmla="*/ 1984242 h 1984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72127" h="1984242">
                <a:moveTo>
                  <a:pt x="0" y="1984242"/>
                </a:moveTo>
                <a:lnTo>
                  <a:pt x="2629090" y="0"/>
                </a:lnTo>
                <a:lnTo>
                  <a:pt x="5172127" y="18933"/>
                </a:lnTo>
                <a:lnTo>
                  <a:pt x="5172127" y="1982140"/>
                </a:lnTo>
                <a:lnTo>
                  <a:pt x="0" y="198424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rgbClr val="F2F2F2">
                  <a:alpha val="0"/>
                </a:srgb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sp>
        <p:nvSpPr>
          <p:cNvPr id="26" name="圆角矩形 34"/>
          <p:cNvSpPr/>
          <p:nvPr>
            <p:custDataLst>
              <p:tags r:id="rId20"/>
            </p:custDataLst>
          </p:nvPr>
        </p:nvSpPr>
        <p:spPr>
          <a:xfrm>
            <a:off x="4108101" y="4235361"/>
            <a:ext cx="2970483" cy="4092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汉仪旗黑-50简" panose="00020600040101010101" charset="-122"/>
              <a:cs typeface="+mn-cs"/>
            </a:endParaRPr>
          </a:p>
        </p:txBody>
      </p:sp>
      <p:sp>
        <p:nvSpPr>
          <p:cNvPr id="27" name="文本框 26"/>
          <p:cNvSpPr txBox="1"/>
          <p:nvPr>
            <p:custDataLst>
              <p:tags r:id="rId21"/>
            </p:custDataLst>
          </p:nvPr>
        </p:nvSpPr>
        <p:spPr>
          <a:xfrm>
            <a:off x="4471175" y="4258088"/>
            <a:ext cx="1968936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2D50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2D50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2D50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事项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2D50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01.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项目建设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简介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02625" y="7150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698500" y="943610"/>
            <a:ext cx="7747000" cy="3830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>
              <a:lnSpc>
                <a:spcPct val="150000"/>
              </a:lnSpc>
            </a:pPr>
            <a:r>
              <a:rPr lang="zh-CN" b="0">
                <a:ea typeface="宋体" panose="02010600030101010101" pitchFamily="2" charset="-122"/>
              </a:rPr>
              <a:t>榆林市横山区智慧城市建设（一期）项目建设内容包括数据普查、数据资产建设、城市驾驶舱、三维可视化平台、</a:t>
            </a:r>
            <a:r>
              <a:rPr lang="en-US" altLang="zh-CN" b="0">
                <a:ea typeface="宋体" panose="02010600030101010101" pitchFamily="2" charset="-122"/>
              </a:rPr>
              <a:t>AI</a:t>
            </a:r>
            <a:r>
              <a:rPr lang="zh-CN" altLang="en-US" b="0">
                <a:ea typeface="宋体" panose="02010600030101010101" pitchFamily="2" charset="-122"/>
              </a:rPr>
              <a:t>算法中心、物联网感知平台、统一应用支撑、统一</a:t>
            </a:r>
            <a:r>
              <a:rPr lang="zh-CN" altLang="en-US" b="0">
                <a:ea typeface="宋体" panose="02010600030101010101" pitchFamily="2" charset="-122"/>
              </a:rPr>
              <a:t>事件中心、精治</a:t>
            </a:r>
            <a:r>
              <a:rPr lang="en-US" altLang="zh-CN" b="0">
                <a:ea typeface="宋体" panose="02010600030101010101" pitchFamily="2" charset="-122"/>
              </a:rPr>
              <a:t>-</a:t>
            </a:r>
            <a:r>
              <a:rPr lang="zh-CN" altLang="en-US" b="0">
                <a:ea typeface="宋体" panose="02010600030101010101" pitchFamily="2" charset="-122"/>
              </a:rPr>
              <a:t>智慧城管、善政</a:t>
            </a:r>
            <a:r>
              <a:rPr lang="en-US" altLang="zh-CN" b="0">
                <a:ea typeface="宋体" panose="02010600030101010101" pitchFamily="2" charset="-122"/>
              </a:rPr>
              <a:t>-</a:t>
            </a:r>
            <a:r>
              <a:rPr lang="zh-CN" altLang="en-US" b="0">
                <a:ea typeface="宋体" panose="02010600030101010101" pitchFamily="2" charset="-122"/>
              </a:rPr>
              <a:t>高质量发展平台、考核服务平台、善政</a:t>
            </a:r>
            <a:r>
              <a:rPr lang="en-US" altLang="zh-CN" b="0">
                <a:ea typeface="宋体" panose="02010600030101010101" pitchFamily="2" charset="-122"/>
              </a:rPr>
              <a:t>-</a:t>
            </a:r>
            <a:r>
              <a:rPr lang="zh-CN" altLang="en-US" b="0">
                <a:ea typeface="宋体" panose="02010600030101010101" pitchFamily="2" charset="-122"/>
              </a:rPr>
              <a:t>基层治理、兴业</a:t>
            </a:r>
            <a:r>
              <a:rPr lang="en-US" altLang="zh-CN" b="0">
                <a:ea typeface="宋体" panose="02010600030101010101" pitchFamily="2" charset="-122"/>
              </a:rPr>
              <a:t>-</a:t>
            </a:r>
            <a:r>
              <a:rPr lang="zh-CN" altLang="en-US" b="0">
                <a:ea typeface="宋体" panose="02010600030101010101" pitchFamily="2" charset="-122"/>
              </a:rPr>
              <a:t>智慧招商、惠民</a:t>
            </a:r>
            <a:r>
              <a:rPr lang="en-US" altLang="zh-CN" b="0">
                <a:ea typeface="宋体" panose="02010600030101010101" pitchFamily="2" charset="-122"/>
              </a:rPr>
              <a:t>-</a:t>
            </a:r>
            <a:r>
              <a:rPr lang="zh-CN" altLang="en-US" b="0">
                <a:ea typeface="宋体" panose="02010600030101010101" pitchFamily="2" charset="-122"/>
              </a:rPr>
              <a:t>应急管控、</a:t>
            </a:r>
            <a:r>
              <a:rPr lang="zh-CN">
                <a:ea typeface="宋体" panose="02010600030101010101" pitchFamily="2" charset="-122"/>
                <a:sym typeface="+mn-ea"/>
              </a:rPr>
              <a:t>惠民-智慧横山小程序等</a:t>
            </a:r>
            <a:r>
              <a:rPr lang="zh-CN" b="0">
                <a:ea typeface="宋体" panose="02010600030101010101" pitchFamily="2" charset="-122"/>
              </a:rPr>
              <a:t>。</a:t>
            </a:r>
            <a:endParaRPr lang="zh-CN" b="0">
              <a:ea typeface="宋体" panose="02010600030101010101" pitchFamily="2" charset="-122"/>
            </a:endParaRPr>
          </a:p>
          <a:p>
            <a:pPr indent="304800">
              <a:lnSpc>
                <a:spcPct val="150000"/>
              </a:lnSpc>
            </a:pPr>
            <a:r>
              <a:rPr lang="zh-CN" b="0">
                <a:ea typeface="宋体" panose="02010600030101010101" pitchFamily="2" charset="-122"/>
              </a:rPr>
              <a:t>涵盖PC端应用、移动端APP、移动端小程序等多种应用呈现方式，涉及横山区发展改革和科技局、横山区城市管理执法局、榆林市横山区应急管理局、</a:t>
            </a:r>
            <a:r>
              <a:rPr lang="zh-CN">
                <a:ea typeface="宋体" panose="02010600030101010101" pitchFamily="2" charset="-122"/>
                <a:sym typeface="+mn-ea"/>
              </a:rPr>
              <a:t>区委政法委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/综治中心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、</a:t>
            </a:r>
            <a:r>
              <a:rPr lang="zh-CN">
                <a:ea typeface="宋体" panose="02010600030101010101" pitchFamily="2" charset="-122"/>
                <a:sym typeface="+mn-ea"/>
              </a:rPr>
              <a:t>榆林市横山区住房和城乡建设局、</a:t>
            </a:r>
            <a:r>
              <a:rPr lang="zh-CN" b="0">
                <a:ea typeface="宋体" panose="02010600030101010101" pitchFamily="2" charset="-122"/>
              </a:rPr>
              <a:t>榆林市横山区人民政府办公室等二十余个单位的数据、业务整合。</a:t>
            </a:r>
            <a:endParaRPr lang="zh-CN" altLang="en-US" b="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943610"/>
            <a:ext cx="7374255" cy="3856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02.总体架构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02625" y="7150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21743748" name="图片 1221743748" descr="C:\Users\1\AppData\Roaming\DingTalk\647223809_v2\ImageFiles\1693261599097_41E5D1CB-5AF2-4e3d-9DD6-518FB00D6ABF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1195" y="911860"/>
            <a:ext cx="7432040" cy="386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03.项目关键里程碑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五边形 5"/>
          <p:cNvSpPr/>
          <p:nvPr>
            <p:custDataLst>
              <p:tags r:id="rId1"/>
            </p:custDataLst>
          </p:nvPr>
        </p:nvSpPr>
        <p:spPr>
          <a:xfrm>
            <a:off x="831850" y="2642870"/>
            <a:ext cx="1018540" cy="697865"/>
          </a:xfrm>
          <a:prstGeom prst="homePlate">
            <a:avLst>
              <a:gd name="adj" fmla="val 2520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11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10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802640" y="3340735"/>
            <a:ext cx="992505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项目启动会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1795145" y="3334385"/>
            <a:ext cx="933450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完成需求调研及确认，并输出需求规格说明书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>
            <p:custDataLst>
              <p:tags r:id="rId4"/>
            </p:custDataLst>
          </p:nvPr>
        </p:nvSpPr>
        <p:spPr>
          <a:xfrm>
            <a:off x="3637915" y="3340735"/>
            <a:ext cx="903605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完成基础</a:t>
            </a: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底座</a:t>
            </a: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软件搭建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4546600" y="3334385"/>
            <a:ext cx="911860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完成软件定制开发并完成整体测试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任意多边形 39"/>
          <p:cNvSpPr/>
          <p:nvPr>
            <p:custDataLst>
              <p:tags r:id="rId6"/>
            </p:custDataLst>
          </p:nvPr>
        </p:nvSpPr>
        <p:spPr>
          <a:xfrm>
            <a:off x="1795145" y="263652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12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8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>
            <p:custDataLst>
              <p:tags r:id="rId7"/>
            </p:custDataLst>
          </p:nvPr>
        </p:nvSpPr>
        <p:spPr>
          <a:xfrm>
            <a:off x="7279005" y="3340735"/>
            <a:ext cx="992505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终验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2728595" y="264287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26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3642995" y="263652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4542790" y="263652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30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5452745" y="263652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12"/>
            </p:custDataLst>
          </p:nvPr>
        </p:nvSpPr>
        <p:spPr>
          <a:xfrm>
            <a:off x="6356985" y="263652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20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7262495" y="2636520"/>
            <a:ext cx="1019810" cy="697865"/>
          </a:xfrm>
          <a:custGeom>
            <a:avLst/>
            <a:gdLst>
              <a:gd name="connsiteX0" fmla="*/ 0 w 2044284"/>
              <a:gd name="connsiteY0" fmla="*/ 0 h 734516"/>
              <a:gd name="connsiteX1" fmla="*/ 1677027 w 2044284"/>
              <a:gd name="connsiteY1" fmla="*/ 0 h 734516"/>
              <a:gd name="connsiteX2" fmla="*/ 2044284 w 2044284"/>
              <a:gd name="connsiteY2" fmla="*/ 367259 h 734516"/>
              <a:gd name="connsiteX3" fmla="*/ 1677027 w 2044284"/>
              <a:gd name="connsiteY3" fmla="*/ 734516 h 734516"/>
              <a:gd name="connsiteX4" fmla="*/ 6359 w 2044284"/>
              <a:gd name="connsiteY4" fmla="*/ 734516 h 734516"/>
              <a:gd name="connsiteX5" fmla="*/ 366815 w 2044284"/>
              <a:gd name="connsiteY5" fmla="*/ 374060 h 734516"/>
              <a:gd name="connsiteX6" fmla="*/ 0 w 2044284"/>
              <a:gd name="connsiteY6" fmla="*/ 7244 h 73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284" h="734516">
                <a:moveTo>
                  <a:pt x="0" y="0"/>
                </a:moveTo>
                <a:lnTo>
                  <a:pt x="1677027" y="0"/>
                </a:lnTo>
                <a:lnTo>
                  <a:pt x="2044284" y="367259"/>
                </a:lnTo>
                <a:lnTo>
                  <a:pt x="1677027" y="734516"/>
                </a:lnTo>
                <a:lnTo>
                  <a:pt x="6359" y="734516"/>
                </a:lnTo>
                <a:lnTo>
                  <a:pt x="366815" y="374060"/>
                </a:lnTo>
                <a:lnTo>
                  <a:pt x="0" y="724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rmAutofit/>
          </a:bodyPr>
          <a:p>
            <a:pPr algn="ctr"/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7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26</a:t>
            </a:r>
            <a:r>
              <a:rPr lang="zh-CN" altLang="en-US" sz="12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14"/>
            </p:custDataLst>
          </p:nvPr>
        </p:nvSpPr>
        <p:spPr>
          <a:xfrm>
            <a:off x="2728595" y="3340735"/>
            <a:ext cx="909320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完成软件</a:t>
            </a: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功能模块整体设计，并输出</a:t>
            </a: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功能详细设计说明书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5463540" y="3334385"/>
            <a:ext cx="893445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开始系统培训</a:t>
            </a: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整体</a:t>
            </a: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16"/>
            </p:custDataLst>
          </p:nvPr>
        </p:nvSpPr>
        <p:spPr>
          <a:xfrm>
            <a:off x="6367145" y="3340735"/>
            <a:ext cx="893445" cy="1895475"/>
          </a:xfrm>
          <a:prstGeom prst="rect">
            <a:avLst/>
          </a:prstGeom>
        </p:spPr>
        <p:txBody>
          <a:bodyPr wrap="square">
            <a:normAutofit/>
          </a:bodyPr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393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上线试运行</a:t>
            </a:r>
            <a:endParaRPr lang="zh-CN" altLang="en-US" sz="1200" dirty="0">
              <a:solidFill>
                <a:srgbClr val="39302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4510" y="815975"/>
            <a:ext cx="7670165" cy="1395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11月30日前：完成项目关键业务部门的调研。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日前：完成项目全部调研，并输出需求规格说明书。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春节前：完成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基础底座软件的搭建、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软件功能模块的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整体设计，并开展软件定制开发工作。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日前：完成全部软件定制开发工作，并测试完成达到上线标准。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日前：完成全部系统培训工作，并上线试运行。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日前：完成项目终验。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05.目前工作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进展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02625" y="7150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923716" y="997097"/>
            <a:ext cx="2664460" cy="2755753"/>
            <a:chOff x="762000" y="673247"/>
            <a:chExt cx="2664460" cy="2755753"/>
          </a:xfrm>
        </p:grpSpPr>
        <p:sp>
          <p:nvSpPr>
            <p:cNvPr id="56" name="箭头: 五边形 31"/>
            <p:cNvSpPr/>
            <p:nvPr>
              <p:custDataLst>
                <p:tags r:id="rId1"/>
              </p:custDataLst>
            </p:nvPr>
          </p:nvSpPr>
          <p:spPr>
            <a:xfrm>
              <a:off x="762000" y="2944368"/>
              <a:ext cx="2664000" cy="484632"/>
            </a:xfrm>
            <a:prstGeom prst="homePlat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chemeClr val="accent1"/>
                </a:gs>
              </a:gsLst>
              <a:lin ang="2700000" scaled="1"/>
            </a:gradFill>
            <a:ln>
              <a:noFill/>
            </a:ln>
            <a:effectLst>
              <a:outerShdw blurRad="635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762001" y="1438460"/>
              <a:ext cx="2663999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、总体普查范围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15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平方公里，目前已普查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2.5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平方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公里。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、首次航飞预计周三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完成。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、普查交付大概在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12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月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下旬。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矩形 59"/>
            <p:cNvSpPr/>
            <p:nvPr>
              <p:custDataLst>
                <p:tags r:id="rId3"/>
              </p:custDataLst>
            </p:nvPr>
          </p:nvSpPr>
          <p:spPr>
            <a:xfrm>
              <a:off x="762000" y="673247"/>
              <a:ext cx="2664460" cy="485775"/>
            </a:xfrm>
            <a:prstGeom prst="rect">
              <a:avLst/>
            </a:prstGeom>
          </p:spPr>
          <p:txBody>
            <a:bodyPr vert="horz" wrap="square" lIns="90000" tIns="46800" rIns="90000" bIns="46800" rtlCol="0">
              <a:noAutofit/>
            </a:bodyPr>
            <a:lstStyle/>
            <a:p>
              <a:pPr lvl="0"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</a:pPr>
              <a:endParaRPr lang="zh-CN" altLang="en-US" dirty="0"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9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4"/>
              </p:custDataLst>
            </p:nvPr>
          </p:nvSpPr>
          <p:spPr>
            <a:xfrm>
              <a:off x="1596909" y="3002018"/>
              <a:ext cx="994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</a:rPr>
                <a:t>Step 01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266608" y="1392702"/>
            <a:ext cx="3449955" cy="2360148"/>
            <a:chOff x="762000" y="1229507"/>
            <a:chExt cx="3449955" cy="2360148"/>
          </a:xfrm>
        </p:grpSpPr>
        <p:sp>
          <p:nvSpPr>
            <p:cNvPr id="64" name="箭头: 五边形 37"/>
            <p:cNvSpPr/>
            <p:nvPr>
              <p:custDataLst>
                <p:tags r:id="rId5"/>
              </p:custDataLst>
            </p:nvPr>
          </p:nvSpPr>
          <p:spPr>
            <a:xfrm>
              <a:off x="762000" y="3105023"/>
              <a:ext cx="2664000" cy="484632"/>
            </a:xfrm>
            <a:prstGeom prst="homePlat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1000">
                  <a:schemeClr val="accent1"/>
                </a:gs>
              </a:gsLst>
              <a:lin ang="2700000" scaled="1"/>
            </a:gradFill>
            <a:ln>
              <a:noFill/>
            </a:ln>
            <a:effectLst>
              <a:outerShdw blurRad="635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5" name="文本框 64"/>
            <p:cNvSpPr txBox="1"/>
            <p:nvPr>
              <p:custDataLst>
                <p:tags r:id="rId6"/>
              </p:custDataLst>
            </p:nvPr>
          </p:nvSpPr>
          <p:spPr>
            <a:xfrm>
              <a:off x="762000" y="1599077"/>
              <a:ext cx="3449955" cy="19138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、调研共涉及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15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个单位，目前已调研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三分之一。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、根据计划本周至少形成两个业务应用的需求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闭环。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、根据调研结果形成需求输入，并着手编制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需规。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7"/>
              </p:custDataLst>
            </p:nvPr>
          </p:nvSpPr>
          <p:spPr>
            <a:xfrm>
              <a:off x="762000" y="1229507"/>
              <a:ext cx="2713355" cy="369570"/>
            </a:xfrm>
            <a:prstGeom prst="rect">
              <a:avLst/>
            </a:prstGeom>
          </p:spPr>
          <p:txBody>
            <a:bodyPr vert="horz" wrap="square" lIns="90000" tIns="46800" rIns="90000" bIns="46800" rtlCol="0">
              <a:spAutoFit/>
            </a:bodyPr>
            <a:lstStyle/>
            <a:p>
              <a:pPr lvl="0">
                <a:spcBef>
                  <a:spcPts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</a:pPr>
              <a:r>
                <a:rPr lang="zh-CN" altLang="en-US" dirty="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29000">
                        <a:schemeClr val="accent1"/>
                      </a:gs>
                    </a:gsLst>
                    <a:lin ang="2700000" scaled="1"/>
                  </a:gradFill>
                  <a:latin typeface="+mj-ea"/>
                  <a:ea typeface="+mj-ea"/>
                  <a:sym typeface="+mn-ea"/>
                </a:rPr>
                <a:t>需求</a:t>
              </a:r>
              <a:r>
                <a:rPr lang="zh-CN" altLang="en-US" dirty="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29000">
                        <a:schemeClr val="accent1"/>
                      </a:gs>
                    </a:gsLst>
                    <a:lin ang="2700000" scaled="1"/>
                  </a:gradFill>
                  <a:latin typeface="+mj-ea"/>
                  <a:ea typeface="+mj-ea"/>
                  <a:sym typeface="+mn-ea"/>
                </a:rPr>
                <a:t>调研</a:t>
              </a:r>
              <a:endParaRPr lang="zh-CN" altLang="en-US" dirty="0"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9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8"/>
              </p:custDataLst>
            </p:nvPr>
          </p:nvSpPr>
          <p:spPr>
            <a:xfrm>
              <a:off x="1654898" y="3162673"/>
              <a:ext cx="87820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</a:rPr>
                <a:t>Step 02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4" name="矩形 83"/>
          <p:cNvSpPr/>
          <p:nvPr>
            <p:custDataLst>
              <p:tags r:id="rId9"/>
            </p:custDataLst>
          </p:nvPr>
        </p:nvSpPr>
        <p:spPr>
          <a:xfrm>
            <a:off x="923843" y="1392702"/>
            <a:ext cx="2713355" cy="369570"/>
          </a:xfrm>
          <a:prstGeom prst="rect">
            <a:avLst/>
          </a:prstGeom>
        </p:spPr>
        <p:txBody>
          <a:bodyPr vert="horz" wrap="square" lIns="90000" tIns="46800" rIns="90000" bIns="46800" rtlCol="0">
            <a:spAutoFit/>
          </a:bodyPr>
          <a:p>
            <a:pPr lvl="0"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dirty="0"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9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  <a:sym typeface="+mn-ea"/>
              </a:rPr>
              <a:t>数据普查、L3、L4建模</a:t>
            </a:r>
            <a:endParaRPr lang="zh-CN" altLang="en-US" dirty="0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29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05.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后续工作安排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02625" y="7150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8762" y="1172236"/>
            <a:ext cx="8434932" cy="139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802005" eaLnBrk="0" hangingPunct="0">
              <a:defRPr/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24510" y="836295"/>
          <a:ext cx="8188960" cy="3805555"/>
        </p:xfrm>
        <a:graphic>
          <a:graphicData uri="http://schemas.openxmlformats.org/drawingml/2006/table">
            <a:tbl>
              <a:tblPr/>
              <a:tblGrid>
                <a:gridCol w="775335"/>
                <a:gridCol w="2701290"/>
                <a:gridCol w="4712335"/>
              </a:tblGrid>
              <a:tr h="289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</a:t>
                      </a:r>
                      <a:r>
                        <a:rPr lang="zh-CN" sz="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</a:t>
                      </a:r>
                      <a:endParaRPr lang="zh-CN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工作项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64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需求设计</a:t>
                      </a:r>
                      <a:endParaRPr lang="zh-CN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）各部分需求调研，本周结束调研百分比达到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70%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。本周重点：智慧招商、高质量发展、城管、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考核平台。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）需求规格说明书编制，并进行软件功能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设计。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标准产品部署</a:t>
                      </a:r>
                      <a:endParaRPr lang="zh-CN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1）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centos7.6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部署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非国产化主业务系统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MIS+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玲珑。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15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普查</a:t>
                      </a:r>
                      <a:endParaRPr lang="zh-CN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1）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航飞、地理信息、城市部件普查。</a:t>
                      </a:r>
                      <a:endParaRPr lang="zh-CN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2）对普查数</a:t>
                      </a:r>
                      <a:r>
                        <a:rPr lang="zh-CN" sz="8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据处理、单体化、建模，进行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L3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场景及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L4</a:t>
                      </a: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建筑建设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50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定制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endParaRPr lang="zh-CN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1）针对标准产品配置实现的功能先行建设并记录。</a:t>
                      </a:r>
                      <a:endParaRPr lang="zh-CN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06.重点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事项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02625" y="71503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8762" y="1172236"/>
            <a:ext cx="8434932" cy="139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802005" eaLnBrk="0" hangingPunct="0">
              <a:defRPr/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8" name="组合 77" descr="7b0a202020202274657874626f78223a20227b5c2269645c223a32303334323031382c5c2263617465676f72795f69645c223a5c225c227d220a7d0a"/>
          <p:cNvGrpSpPr/>
          <p:nvPr/>
        </p:nvGrpSpPr>
        <p:grpSpPr>
          <a:xfrm>
            <a:off x="524510" y="883285"/>
            <a:ext cx="7944789" cy="3689691"/>
            <a:chOff x="5370" y="3510"/>
            <a:chExt cx="8461" cy="3780"/>
          </a:xfrm>
        </p:grpSpPr>
        <p:sp>
          <p:nvSpPr>
            <p:cNvPr id="79" name="矩形 78"/>
            <p:cNvSpPr/>
            <p:nvPr>
              <p:custDataLst>
                <p:tags r:id="rId1"/>
              </p:custDataLst>
            </p:nvPr>
          </p:nvSpPr>
          <p:spPr>
            <a:xfrm>
              <a:off x="5720" y="3832"/>
              <a:ext cx="7761" cy="313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>
              <p:custDataLst>
                <p:tags r:id="rId2"/>
              </p:custDataLst>
            </p:nvPr>
          </p:nvSpPr>
          <p:spPr>
            <a:xfrm>
              <a:off x="5370" y="3510"/>
              <a:ext cx="227" cy="22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81" name="直接连接符 80"/>
            <p:cNvCxnSpPr/>
            <p:nvPr>
              <p:custDataLst>
                <p:tags r:id="rId3"/>
              </p:custDataLst>
            </p:nvPr>
          </p:nvCxnSpPr>
          <p:spPr>
            <a:xfrm>
              <a:off x="5596" y="3616"/>
              <a:ext cx="794" cy="0"/>
            </a:xfrm>
            <a:prstGeom prst="line">
              <a:avLst/>
            </a:prstGeom>
            <a:ln w="25400" cmpd="sng">
              <a:solidFill>
                <a:srgbClr val="C0C0C0"/>
              </a:solidFill>
              <a:prstDash val="sysDash"/>
              <a:round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任意多边形 81"/>
            <p:cNvSpPr/>
            <p:nvPr>
              <p:custDataLst>
                <p:tags r:id="rId4"/>
              </p:custDataLst>
            </p:nvPr>
          </p:nvSpPr>
          <p:spPr>
            <a:xfrm>
              <a:off x="6390" y="3616"/>
              <a:ext cx="7275" cy="1372"/>
            </a:xfrm>
            <a:custGeom>
              <a:avLst/>
              <a:gdLst>
                <a:gd name="connisteX0" fmla="*/ 0 w 5389880"/>
                <a:gd name="connsiteY0" fmla="*/ 0 h 2423795"/>
                <a:gd name="connisteX1" fmla="*/ 5389880 w 5389880"/>
                <a:gd name="connsiteY1" fmla="*/ 0 h 2423795"/>
                <a:gd name="connisteX2" fmla="*/ 5389880 w 5389880"/>
                <a:gd name="connsiteY2" fmla="*/ 2423795 h 2423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5389880" h="2423795">
                  <a:moveTo>
                    <a:pt x="0" y="0"/>
                  </a:moveTo>
                  <a:lnTo>
                    <a:pt x="5389880" y="0"/>
                  </a:lnTo>
                  <a:lnTo>
                    <a:pt x="5389880" y="2423795"/>
                  </a:lnTo>
                </a:path>
              </a:pathLst>
            </a:custGeom>
            <a:noFill/>
            <a:ln w="254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5"/>
              </p:custDataLst>
            </p:nvPr>
          </p:nvSpPr>
          <p:spPr>
            <a:xfrm rot="10800000">
              <a:off x="5522" y="5696"/>
              <a:ext cx="7347" cy="1481"/>
            </a:xfrm>
            <a:custGeom>
              <a:avLst/>
              <a:gdLst>
                <a:gd name="connisteX0" fmla="*/ 0 w 5389880"/>
                <a:gd name="connsiteY0" fmla="*/ 0 h 2423795"/>
                <a:gd name="connisteX1" fmla="*/ 5389880 w 5389880"/>
                <a:gd name="connsiteY1" fmla="*/ 0 h 2423795"/>
                <a:gd name="connisteX2" fmla="*/ 5389880 w 5389880"/>
                <a:gd name="connsiteY2" fmla="*/ 2423795 h 2423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5389880" h="2423795">
                  <a:moveTo>
                    <a:pt x="0" y="0"/>
                  </a:moveTo>
                  <a:lnTo>
                    <a:pt x="5389880" y="0"/>
                  </a:lnTo>
                  <a:lnTo>
                    <a:pt x="5389880" y="2423795"/>
                  </a:lnTo>
                </a:path>
              </a:pathLst>
            </a:custGeom>
            <a:noFill/>
            <a:ln w="254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84" name="直接连接符 83"/>
            <p:cNvCxnSpPr/>
            <p:nvPr>
              <p:custDataLst>
                <p:tags r:id="rId6"/>
              </p:custDataLst>
            </p:nvPr>
          </p:nvCxnSpPr>
          <p:spPr>
            <a:xfrm>
              <a:off x="12914" y="7177"/>
              <a:ext cx="763" cy="0"/>
            </a:xfrm>
            <a:prstGeom prst="line">
              <a:avLst/>
            </a:prstGeom>
            <a:ln w="25400" cmpd="sng">
              <a:solidFill>
                <a:srgbClr val="C0C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椭圆 84"/>
            <p:cNvSpPr/>
            <p:nvPr>
              <p:custDataLst>
                <p:tags r:id="rId7"/>
              </p:custDataLst>
            </p:nvPr>
          </p:nvSpPr>
          <p:spPr>
            <a:xfrm>
              <a:off x="13604" y="7063"/>
              <a:ext cx="227" cy="22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6" name="文本框 85"/>
            <p:cNvSpPr txBox="1"/>
            <p:nvPr>
              <p:custDataLst>
                <p:tags r:id="rId8"/>
              </p:custDataLst>
            </p:nvPr>
          </p:nvSpPr>
          <p:spPr>
            <a:xfrm>
              <a:off x="5921" y="4053"/>
              <a:ext cx="7477" cy="269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、项目整体生产环境采用银河麒麟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+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达梦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+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金蝶国产化环境，但国产化环境到位时间为元旦后。目前规划部署最小化非国产化测试系统，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仅配置实现功能，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二开工作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后置。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、普查交付预计为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月下旬，届时协调移动测量部进行成果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验收。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1963" y="1481060"/>
            <a:ext cx="262007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THANKS</a:t>
            </a:r>
            <a:endParaRPr lang="zh-CN" altLang="en-US" sz="6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a"/>
  <p:tag name="KSO_WM_UNIT_INDEX" val="1_1_1"/>
  <p:tag name="KSO_WM_UNIT_ID" val="diagram160353_1*m_h_a*1_1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f"/>
  <p:tag name="KSO_WM_UNIT_INDEX" val="1_1_1"/>
  <p:tag name="KSO_WM_UNIT_ID" val="diagram160353_1*m_h_f*1_1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f"/>
  <p:tag name="KSO_WM_UNIT_INDEX" val="1_2_1"/>
  <p:tag name="KSO_WM_UNIT_ID" val="diagram160353_1*m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f"/>
  <p:tag name="KSO_WM_UNIT_INDEX" val="1_3_1"/>
  <p:tag name="KSO_WM_UNIT_ID" val="diagram160353_1*m_h_f*1_3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f"/>
  <p:tag name="KSO_WM_UNIT_INDEX" val="1_4_1"/>
  <p:tag name="KSO_WM_UNIT_ID" val="diagram160353_1*m_h_f*1_4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353"/>
  <p:tag name="KSO_WM_UNIT_TYPE" val="m_h_f"/>
  <p:tag name="KSO_WM_UNIT_INDEX" val="1_6_1"/>
  <p:tag name="KSO_WM_UNIT_ID" val="diagram160353_1*m_h_f*1_6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30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3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32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33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34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35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a"/>
  <p:tag name="KSO_WM_UNIT_INDEX" val="1_6_1"/>
  <p:tag name="KSO_WM_UNIT_ID" val="diagram160353_1*m_h_a*1_6_1"/>
  <p:tag name="KSO_WM_UNIT_CLEAR" val="1"/>
  <p:tag name="KSO_WM_UNIT_LAYERLEVEL" val="1_1_1"/>
  <p:tag name="KSO_WM_UNIT_VALUE" val="21"/>
  <p:tag name="KSO_WM_UNIT_HIGHLIGHT" val="0"/>
  <p:tag name="KSO_WM_UNIT_COMPATIBLE" val="0"/>
  <p:tag name="KSO_WM_UNIT_PRESET_TEXT_INDEX" val="3"/>
  <p:tag name="KSO_WM_UNIT_PRESET_TEXT_LEN" val="12"/>
  <p:tag name="KSO_WM_DIAGRAM_GROUP_CODE" val="m1-1"/>
  <p:tag name="KSO_WM_UNIT_FILL_FORE_SCHEMECOLOR_INDEX" val="10"/>
  <p:tag name="KSO_WM_UNIT_FILL_TYPE" val="1"/>
  <p:tag name="KSO_WM_UNIT_TEXT_FILL_FORE_SCHEMECOLOR_INDEX" val="14"/>
  <p:tag name="KSO_WM_UNIT_TEXT_FILL_TYPE" val="1"/>
</p:tagLst>
</file>

<file path=ppt/tags/tag3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f"/>
  <p:tag name="KSO_WM_UNIT_INDEX" val="1_2_1"/>
  <p:tag name="KSO_WM_UNIT_ID" val="diagram160353_1*m_h_f*1_2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37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f"/>
  <p:tag name="KSO_WM_UNIT_INDEX" val="1_4_1"/>
  <p:tag name="KSO_WM_UNIT_ID" val="diagram160353_1*m_h_f*1_4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3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353"/>
  <p:tag name="KSO_WM_UNIT_TYPE" val="m_h_f"/>
  <p:tag name="KSO_WM_UNIT_INDEX" val="1_4_1"/>
  <p:tag name="KSO_WM_UNIT_ID" val="diagram160353_1*m_h_f*1_4_1"/>
  <p:tag name="KSO_WM_UNIT_CLEAR" val="1"/>
  <p:tag name="KSO_WM_UNIT_LAYERLEVEL" val="1_1_1"/>
  <p:tag name="KSO_WM_UNIT_VALUE" val="42"/>
  <p:tag name="KSO_WM_UNIT_HIGHLIGHT" val="0"/>
  <p:tag name="KSO_WM_UNIT_COMPATIBLE" val="0"/>
  <p:tag name="KSO_WM_UNIT_PRESET_TEXT_INDEX" val="4"/>
  <p:tag name="KSO_WM_UNIT_PRESET_TEXT_LEN" val="40"/>
  <p:tag name="KSO_WM_DIAGRAM_GROUP_CODE" val="m1-1"/>
  <p:tag name="KSO_WM_UNIT_TEXT_FILL_FORE_SCHEMECOLOR_INDEX" val="15"/>
  <p:tag name="KSO_WM_UNIT_TEXT_FILL_TYPE" val="1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UNIT_TABLE_BEAUTIFY" val="smartTable{4edfda78-4c8c-4f8b-8072-c5d82da01881}"/>
  <p:tag name="TABLE_ENDDRAG_ORIGIN_RECT" val="644*299"/>
  <p:tag name="TABLE_ENDDRAG_RECT" val="41*65*644*299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PP_MARK_KEY" val="6e515f67-e69f-4c13-856c-4d59060bebf5"/>
  <p:tag name="COMMONDATA" val="eyJoZGlkIjoiZjFmZWIzNDg2MmIzZjExOTIzMmViNTBmYTMwYTk0ZW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1183</Words>
  <Application>WPS 演示</Application>
  <PresentationFormat>全屏显示(16:9)</PresentationFormat>
  <Paragraphs>139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MS PGothic</vt:lpstr>
      <vt:lpstr>方正兰亭中黑_GBK</vt:lpstr>
      <vt:lpstr>微软雅黑</vt:lpstr>
      <vt:lpstr>思源黑体 Regular</vt:lpstr>
      <vt:lpstr>黑体</vt:lpstr>
      <vt:lpstr>Arial</vt:lpstr>
      <vt:lpstr>汉仪旗黑-50简</vt:lpstr>
      <vt:lpstr>Calibri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liuyang (FD)</dc:creator>
  <cp:lastModifiedBy>coolb</cp:lastModifiedBy>
  <cp:revision>695</cp:revision>
  <cp:lastPrinted>2018-09-12T07:00:00Z</cp:lastPrinted>
  <dcterms:created xsi:type="dcterms:W3CDTF">2017-03-29T09:12:00Z</dcterms:created>
  <dcterms:modified xsi:type="dcterms:W3CDTF">2023-11-20T15:30:53Z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(3)UNt+pvvzPlfUTW13tVIXBkt5CGLp83QihG3ag8+00ZH2ydRnY6gz/dCiuJgjDnKnJ1y92kTa
hr+UWtjO5QSCLV+BT/D8Jattpxk/HnSw8maNmtK6m463CYnbEThj54tQvmPUds81llDP19Y7
uRDpPlasIMN4hUl0RFByjEglsc5d6j4VOTnExdOMFuB1opL8sE/WuHwxl54jcGJFZDiqb2WU
iNPkH9F/LsiIX1QuBq</vt:lpwstr>
  </property>
  <property fmtid="{D5CDD505-2E9C-101B-9397-08002B2CF9AE}" pid="3" name="_2015_ms_pID_7253431">
    <vt:lpwstr>kTsRZ3cY81jjq+Eix5SEHkk/ZZAyKALGaMCJN/Gy7LpiwXn+72cowZ
cqkmYNQ+GSfkMc7x7OdqhJdWVfeuMquIUPyuJQOXjKVDmPo3kSP1hLexNlr00uNfZdQbEhjU
B1WlhCmoK0KUUkttYO8751orzBwIloKMic3XH8s6rPq4ITilOhppfM6Scq/pMk19csR+XK7V
gaoMEdxPBTpOuVH1kmuV+95wXEK93cN2kIhP</vt:lpwstr>
  </property>
  <property fmtid="{D5CDD505-2E9C-101B-9397-08002B2CF9AE}" pid="4" name="_2015_ms_pID_7253432">
    <vt:lpwstr>Ig==</vt:lpwstr>
  </property>
  <property fmtid="{D5CDD505-2E9C-101B-9397-08002B2CF9AE}" pid="5" name="KSOProductBuildVer">
    <vt:lpwstr>2052-11.1.0.14036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1582849692</vt:lpwstr>
  </property>
  <property fmtid="{D5CDD505-2E9C-101B-9397-08002B2CF9AE}" pid="10" name="ICV">
    <vt:lpwstr>57CE711296184ACC96DD6F8000A46581_12</vt:lpwstr>
  </property>
</Properties>
</file>